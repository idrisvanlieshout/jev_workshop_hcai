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4"/>
  </p:sldMasterIdLst>
  <p:notesMasterIdLst>
    <p:notesMasterId r:id="rId44"/>
  </p:notesMasterIdLst>
  <p:sldIdLst>
    <p:sldId id="323" r:id="rId5"/>
    <p:sldId id="324" r:id="rId16"/>
    <p:sldId id="325" r:id="rId17"/>
    <p:sldId id="326" r:id="rId18"/>
    <p:sldId id="327" r:id="rId19"/>
    <p:sldId id="328" r:id="rId20"/>
    <p:sldId id="329" r:id="rId21"/>
    <p:sldId id="330" r:id="rId22"/>
    <p:sldId id="331" r:id="rId23"/>
    <p:sldId id="332" r:id="rId24"/>
    <p:sldId id="333" r:id="rId25"/>
    <p:sldId id="334" r:id="rId26"/>
    <p:sldId id="335" r:id="rId27"/>
    <p:sldId id="336" r:id="rId28"/>
    <p:sldId id="337" r:id="rId29"/>
    <p:sldId id="338" r:id="rId30"/>
    <p:sldId id="339" r:id="rId31"/>
    <p:sldId id="340" r:id="rId32"/>
    <p:sldId id="341" r:id="rId33"/>
    <p:sldId id="342" r:id="rId34"/>
    <p:sldId id="343" r:id="rId35"/>
    <p:sldId id="344" r:id="rId36"/>
    <p:sldId id="345" r:id="rId37"/>
    <p:sldId id="346" r:id="rId38"/>
    <p:sldId id="347" r:id="rId39"/>
    <p:sldId id="348" r:id="rId40"/>
    <p:sldId id="349" r:id="rId41"/>
    <p:sldId id="292" r:id="rId43"/>
  </p:sldIdLst>
  <p:sldSz cx="12192000" cy="6858000"/>
  <p:notesSz cx="6858000" cy="9144000"/>
  <p:embeddedFontLst>
    <p:embeddedFont>
      <p:font typeface="Arial Black" panose="020B0604020202020204" pitchFamily="34" charset="0"/>
      <p:bold r:id="rId45"/>
    </p:embeddedFont>
    <p:embeddedFont>
      <p:font typeface="Avenir" panose="02000503020000020003" pitchFamily="2" charset="0"/>
      <p:regular r:id="rId46"/>
      <p: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4" pos="733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an van geelen" initials="svg" lastIdx="1" clrIdx="0">
    <p:extLst>
      <p:ext uri="{19B8F6BF-5375-455C-9EA6-DF929625EA0E}">
        <p15:presenceInfo xmlns:p15="http://schemas.microsoft.com/office/powerpoint/2012/main" userId="S::sebastiaan@brandbunch.onmicrosoft.com::15413809-97b8-42b1-818b-d9984fe1490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AD0F7"/>
    <a:srgbClr val="ED0010"/>
    <a:srgbClr val="00A0D2"/>
    <a:srgbClr val="00A0D4"/>
    <a:srgbClr val="0099D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670"/>
  </p:normalViewPr>
  <p:slideViewPr>
    <p:cSldViewPr snapToGrid="0">
      <p:cViewPr varScale="1">
        <p:scale>
          <a:sx n="109" d="100"/>
          <a:sy n="109" d="100"/>
        </p:scale>
        <p:origin x="440" y="184"/>
      </p:cViewPr>
      <p:guideLst>
        <p:guide orient="horz" pos="2160"/>
        <p:guide pos="3840"/>
        <p:guide pos="733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3" Type="http://schemas.openxmlformats.org/officeDocument/2006/relationships/slide" Target="slides/slide39.xml"/><Relationship Id="rId44" Type="http://schemas.openxmlformats.org/officeDocument/2006/relationships/notesMaster" Target="notesMasters/notesMaster1.xml"/><Relationship Id="rId45" Type="http://schemas.openxmlformats.org/officeDocument/2006/relationships/font" Target="fonts/font1.fntdata"/><Relationship Id="rId46" Type="http://schemas.openxmlformats.org/officeDocument/2006/relationships/font" Target="fonts/font2.fntdata"/><Relationship Id="rId47" Type="http://schemas.openxmlformats.org/officeDocument/2006/relationships/font" Target="fonts/font3.fntdata"/><Relationship Id="rId48" Type="http://schemas.openxmlformats.org/officeDocument/2006/relationships/commentAuthors" Target="commentAuthors.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95BC66C1-9637-2447-9163-D2512F5536E8}" type="datetimeFigureOut">
              <a:rPr lang="en-US" smtClean="0"/>
              <a:pPr/>
              <a:t>8/26/25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7861974-9E8E-6746-92D0-7BB71B3C7E10}" type="slidenum">
              <a:rPr lang="en-US" smtClean="0"/>
              <a:pPr/>
              <a:t>‹nr.›</a:t>
            </a:fld>
            <a:endParaRPr lang="en-US"/>
          </a:p>
        </p:txBody>
      </p:sp>
    </p:spTree>
    <p:extLst>
      <p:ext uri="{BB962C8B-B14F-4D97-AF65-F5344CB8AC3E}">
        <p14:creationId xmlns:p14="http://schemas.microsoft.com/office/powerpoint/2010/main" val="565893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In twee uur leren jullie werken met Jev, een nieuw type AI-model dat niet schrijft maar beslist. We gebruiken het als meetinstrument: van tekst naar tabel, en van tabel naar statistiek.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Rood zijn de momenten waarop jullie zelf bouwen. De rest van de code staat klaar, zodat we binnen twee uur de hele keten van PDF tot grafiek doorlopen.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leerdoelen. Het derde is de kern: het codeboek is het meetinstrument.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beginnen met het model zelf: wat het is, wat het kan en wat niet.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naam System One verwijst naar Kahneman: snel, intuïtief oordelen. Jev is geen kleiner taalmodel; het is getraind om gekalibreerde beslissingen te geven. TypeSafe ziet het als aanvulling op een LLM, niet als vervanging.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TypeSafe heeft (oktober 2026) maar één model: Jev. Er zijn geen kleine of grote varianten. De aliassen jev-latest en jev-preview wijzen allebei naar jev-1.13.0. Voor onderzoek pinnen we de versie-ID, omdat een alias meeschuift met een nieuwe release en je resultaten dan kunnen veranderen. Check vlak voor de workshop docs.typesafe.ai/models.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Alles wat je met Jev doet, bouw je uit deze drie primitieven. Ze zijn te combineren in één verzoek. Choice kan tot 255 opties hebben, score 2 tot 10 niveaus.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noul is een ja/nee-vraag. Jev geeft één getal: de kans dat het antwoord ja is. Met criteria true/false beschrijf je wat ja en nee betekenen. Er is geen confidence: bij 0,5 twijfelt Jev het meest. Wat je als ja telt, bepaal je zelf met een drempel; in opdracht 2 is dat 0,5.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dit eventueel live zien in de Playground. Benadruk: geen tekst om te parsen; je code kan direct vertakken op de choice of op de confidence. Confidence 0,87 = (0,91 − ⅓) / (1 − 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score plaatst de tekst op jouw schaal; de criteria zijn een lijst van laag naar hoog. De score is een gewogen gemiddelde en kan tussen niveaus vallen. Hier is 0,96 geen zeker 'Qualified': de kans is verspreid over alle drie de niveaus, dus confidence 0,22. Lees een score nooit zonder de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code: a = antwoord.answers['is_conclusie'], dus de sleutel die je zelf koos. Confidence volgens TypeSafe bij een choice: (p_max − 1/n) / (1 − 1/n), dus gemeten tegen een gelijke verdeling. Bij een score telt ook mee hoe ver de kans van het waarschijnlijkste niveau af ligt: kans op een buurniveau verlaagt de confidence minder dan kans op een ver niveau. Wil je voor een noul toch een zekerheid, dan kun je |2p − 1| gebruiken (afstand tot 0,5). Bron: docs.typesafe.ai/confidence.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Echte output van jev-1.13.0 voor opdracht 1. Oordeel: 100% op 'negative', dus confidence 1,0 ((1 − ⅓)/(1 − ⅓) = 1). Stelligheid: 0×0,28 + 1×0,48 + 2×0,24 = 0,96, maar de kans is over alle drie de niveaus verspreid, dus confidence 0,22. Les: lees een score nooit zonder de confidence. Een score in het midden met lage confidence betekent twijfel, niet 'precies in het midden'. Waarom twijfelt Jev? De zin is tegelijk voorzichtig ('it is considered that') en stellig ('is not established'). Dat is een signaal om de schaal in het codeboek scherper te definiëren: bedoel je de formulering, of de zekerheid van de conclusie? Let op: in de SDK zijn de sleutels van probabilities bij een score getallen (0, 1, 2), geen tekst.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RLCD staat volgens TypeSafe voor 'Reinforcement learning for calibrated decisions'. Het verschil met chatbots: die worden met RLHF beloond voor antwoorden die mensen prettig vinden, wat volgens TypeSafe kan leiden tot naar de mond praten en zelfverzekerd klinkende fouten. Jev wordt getraind om beslissingen te geven met kansen die kloppen: van alle antwoorden met kans 0,8 hoort ongeveer 80% juist te zijn. Hoe de training precies werkt (welke data, welke beloning) maakt TypeSafe niet openbaar. Bron: docs.typesafe.ai/introduction/machine-learning-primer.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 'weet' niets over het CBG-dossier behalve de tekst die je meestuurt. Wat het wel heeft, is wat het in training heeft geleerd over taal en oordelen. TypeSafe noemt de trainingsmethode RLCD, reinforcement learning for calibrated decisions: het model wordt beloond als zijn kansen overeenkomen met hoe vaak het gelijk heeft. Hoe de kansen precies worden berekend, welke architectuur en welke trainingsdata: dat publiceert TypeSafe niet. Voor onderzoek is Jev dus een black box. Bron: docs.typesafe.ai, AI primer en System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Waarom voelt Jev zo betrouwbaar? Omdat het altijd een net, getypeerd antwoord geeft met een getal erbij. Maar een getal is geen bewijs. Kalibratie betekent: over veel antwoorden heen klopt de kans gemiddeld. Op standaard-benchmarks scoort Jev 95–99% (Deußer, Sparrenberg &amp; Sifa, arXiv 2609.37647). Op praktijktaken die anderen testten, ligt het tussen 62% (phishing) en 87% (injectie-detectie); de kalibratiefout (ECE) was daar 0,12–0,14. In twee routeringstaken zaten 17 fouten met een confidence van 0,90 of hoger, en het omdraaien van de optievolgorde verschoof de kansen. Omdat de trainingsdata onbekend is, weet je ook niet of benchmarks al in de training zaten. Conclusie voor onderzoek: Jev is een meetinstrument dat je moet valideren op je eigen data, net als een menselijke codeur. Bijvoorbeeld: codeer zelf 20 zinnen en vergelijk met Jev. Bronnen: docs.typesafe.ai/concepts/system-one; infinisynapse.com/en/blog/jev-benchmark.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rechterkolom komt uit TypeSafe's eigen documentatie over de 'jaggedness' van jev-1.13. Vuistregel voor vandaag: wat code exact kan, doet code; Jev gebruik je voor oordelen.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waarom Jev interessant is voor HCAI: het geeft niet alleen een antwoord, maar ook een zekerheid. Leidt dat tot beter of tot blinder vertrouwen? Daar komen we in de reflectie op terug.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casus en de pijplijn die we vandaag bouwen.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Assessment Reports zijn openbaar, dus er speelt geen privacy. Drie goedgekeurde generieken met een vrijwel identieke structuur, en twee korte afwijzingen die allebei steunen op literatuur (art. 10a).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Kernidee: Jev wordt alleen gebruikt waar een oordeel nodig is. Al het andere (PDF lezen, zinnen knippen, tellen, de grafiek en de toets) doet gewone code, omdat dat exact en herhaalbaar 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tabel die studenten in deel 3 maken. is_argument is een noul (kans), oordeel is de choice-vraag die ze in opdracht 1 zelf bouwden. Beschrijvende zinnen (Germany, 50 mg) krijgen een lage kans op argument en vallen af.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Opdracht 3 maakt de kruistabel voor de grafiek, opdracht 4 de toets. Vergelijk percentages en geen aantallen: de verleende rapporten hebben veel meer zinnen dan de geweigerde.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 bouwen jullie zelf. Werk in tweetallen.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sleutel staat in het bestand apikey in de zip. Het notebook leest hem zelf in; studenten hoeven niets te plakken. Loop rond tot iedereen 'Verbonden' ziet.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Studenten kiezen zelf. Wie wil leren programmeren, neemt het oefennotebook met de vier opdrachten. Wie vooral wil begrijpen wat je met PDF's en Jev kunt, neemt het uitgewerkte notebook: daarin is alles ingevuld en staat bij elke cel uitleg. Beide notebooks hebben dezelfde opbouw, dus groepen kunnen elkaar helpen.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Elke opdracht is klein (5 à 10 minuten). Het uitgewerkte notebook bevat de oplossingen.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twee of drie groepen hun eigen codeboek kort pitchen. Thuisopdracht: codeer zelf 20 zinnen en vergelijk met Jev; zo zie je of de confidence terecht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157B720-52B7-804C-A0D3-E1214CD524D4}"/>
              </a:ext>
            </a:extLst>
          </p:cNvPr>
          <p:cNvSpPr/>
          <p:nvPr userDrawn="1"/>
        </p:nvSpPr>
        <p:spPr>
          <a:xfrm>
            <a:off x="0" y="0"/>
            <a:ext cx="6096000" cy="5661025"/>
          </a:xfrm>
          <a:prstGeom prst="rect">
            <a:avLst/>
          </a:prstGeom>
          <a:solidFill>
            <a:srgbClr val="ED00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2" name="Title 1">
            <a:extLst>
              <a:ext uri="{FF2B5EF4-FFF2-40B4-BE49-F238E27FC236}">
                <a16:creationId xmlns:a16="http://schemas.microsoft.com/office/drawing/2014/main" id="{EC048753-774D-8743-964C-36B63EB182A5}"/>
              </a:ext>
            </a:extLst>
          </p:cNvPr>
          <p:cNvSpPr>
            <a:spLocks noGrp="1"/>
          </p:cNvSpPr>
          <p:nvPr>
            <p:ph type="ctrTitle"/>
          </p:nvPr>
        </p:nvSpPr>
        <p:spPr>
          <a:xfrm>
            <a:off x="550862" y="476250"/>
            <a:ext cx="5040311" cy="3566407"/>
          </a:xfrm>
        </p:spPr>
        <p:txBody>
          <a:bodyPr anchor="t">
            <a:normAutofit/>
          </a:bodyPr>
          <a:lstStyle>
            <a:lvl1pPr algn="l">
              <a:lnSpc>
                <a:spcPct val="100000"/>
              </a:lnSpc>
              <a:defRPr sz="5500">
                <a:solidFill>
                  <a:schemeClr val="bg1"/>
                </a:solidFill>
              </a:defRPr>
            </a:lvl1pPr>
          </a:lstStyle>
          <a:p>
            <a:r>
              <a:rPr lang="nl-NL"/>
              <a:t>Klik om stijl te bewerken</a:t>
            </a:r>
            <a:endParaRPr lang="en-US"/>
          </a:p>
        </p:txBody>
      </p:sp>
      <p:sp>
        <p:nvSpPr>
          <p:cNvPr id="3" name="Subtitle 2">
            <a:extLst>
              <a:ext uri="{FF2B5EF4-FFF2-40B4-BE49-F238E27FC236}">
                <a16:creationId xmlns:a16="http://schemas.microsoft.com/office/drawing/2014/main" id="{FCABE572-709C-644D-AC4C-63C4300BE961}"/>
              </a:ext>
            </a:extLst>
          </p:cNvPr>
          <p:cNvSpPr>
            <a:spLocks noGrp="1"/>
          </p:cNvSpPr>
          <p:nvPr>
            <p:ph type="subTitle" idx="1"/>
          </p:nvPr>
        </p:nvSpPr>
        <p:spPr>
          <a:xfrm>
            <a:off x="550863" y="4374076"/>
            <a:ext cx="5038381" cy="365125"/>
          </a:xfrm>
        </p:spPr>
        <p:txBody>
          <a:bodyPr>
            <a:normAutofit/>
          </a:bodyPr>
          <a:lstStyle>
            <a:lvl1pPr marL="0" indent="0" algn="l">
              <a:buNone/>
              <a:defRPr sz="2100" b="1" i="0">
                <a:solidFill>
                  <a:schemeClr val="bg1"/>
                </a:solidFill>
                <a:latin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a:p>
        </p:txBody>
      </p:sp>
      <p:sp>
        <p:nvSpPr>
          <p:cNvPr id="19" name="Text Placeholder 18">
            <a:extLst>
              <a:ext uri="{FF2B5EF4-FFF2-40B4-BE49-F238E27FC236}">
                <a16:creationId xmlns:a16="http://schemas.microsoft.com/office/drawing/2014/main" id="{459EA1FD-E0A8-2242-A5C3-2C1FF8B3694F}"/>
              </a:ext>
            </a:extLst>
          </p:cNvPr>
          <p:cNvSpPr>
            <a:spLocks noGrp="1"/>
          </p:cNvSpPr>
          <p:nvPr>
            <p:ph type="body" sz="quarter" idx="13"/>
          </p:nvPr>
        </p:nvSpPr>
        <p:spPr>
          <a:xfrm>
            <a:off x="550876" y="4714321"/>
            <a:ext cx="5040299" cy="365125"/>
          </a:xfrm>
        </p:spPr>
        <p:txBody>
          <a:bodyPr>
            <a:normAutofit/>
          </a:bodyPr>
          <a:lstStyle>
            <a:lvl1pPr marL="0" indent="0">
              <a:buFontTx/>
              <a:buNone/>
              <a:defRPr lang="en-US" sz="2100" b="0" i="0" kern="1200" dirty="0">
                <a:solidFill>
                  <a:schemeClr val="bg1"/>
                </a:solidFill>
                <a:latin typeface="Arial" panose="020B0604020202020204" pitchFamily="34" charset="0"/>
                <a:ea typeface="+mn-ea"/>
                <a:cs typeface="+mn-cs"/>
              </a:defRPr>
            </a:lvl1pPr>
          </a:lstStyle>
          <a:p>
            <a:pPr lvl="0"/>
            <a:r>
              <a:rPr lang="nl-NL"/>
              <a:t>Klikken om de tekststijl van het model te bewerken</a:t>
            </a:r>
          </a:p>
        </p:txBody>
      </p:sp>
      <p:sp>
        <p:nvSpPr>
          <p:cNvPr id="21" name="Picture Placeholder 20">
            <a:extLst>
              <a:ext uri="{FF2B5EF4-FFF2-40B4-BE49-F238E27FC236}">
                <a16:creationId xmlns:a16="http://schemas.microsoft.com/office/drawing/2014/main" id="{3F5BB4F2-4F6D-2443-9267-1938424A8A98}"/>
              </a:ext>
            </a:extLst>
          </p:cNvPr>
          <p:cNvSpPr>
            <a:spLocks noGrp="1"/>
          </p:cNvSpPr>
          <p:nvPr>
            <p:ph type="pic" sz="quarter" idx="14"/>
          </p:nvPr>
        </p:nvSpPr>
        <p:spPr>
          <a:xfrm>
            <a:off x="6096000" y="0"/>
            <a:ext cx="6096000" cy="5661025"/>
          </a:xfrm>
          <a:solidFill>
            <a:schemeClr val="bg2"/>
          </a:solidFill>
        </p:spPr>
        <p:txBody>
          <a:bodyPr/>
          <a:lstStyle>
            <a:lvl1pPr marL="0" indent="0">
              <a:buNone/>
              <a:defRPr/>
            </a:lvl1pPr>
          </a:lstStyle>
          <a:p>
            <a:r>
              <a:rPr lang="nl-NL"/>
              <a:t>Klik op het pictogram als u een afbeelding wilt toevoegen</a:t>
            </a:r>
            <a:endParaRPr lang="en-US"/>
          </a:p>
        </p:txBody>
      </p:sp>
      <p:grpSp>
        <p:nvGrpSpPr>
          <p:cNvPr id="4" name="Group 3">
            <a:extLst>
              <a:ext uri="{FF2B5EF4-FFF2-40B4-BE49-F238E27FC236}">
                <a16:creationId xmlns:a16="http://schemas.microsoft.com/office/drawing/2014/main" id="{7C9CD55D-D706-2F41-A5BD-14240E79B9CE}"/>
              </a:ext>
            </a:extLst>
          </p:cNvPr>
          <p:cNvGrpSpPr/>
          <p:nvPr userDrawn="1"/>
        </p:nvGrpSpPr>
        <p:grpSpPr>
          <a:xfrm>
            <a:off x="550863" y="6001270"/>
            <a:ext cx="1898159" cy="463885"/>
            <a:chOff x="612356" y="5989450"/>
            <a:chExt cx="1898159" cy="463885"/>
          </a:xfrm>
        </p:grpSpPr>
        <p:sp>
          <p:nvSpPr>
            <p:cNvPr id="50" name="Shape">
              <a:extLst>
                <a:ext uri="{FF2B5EF4-FFF2-40B4-BE49-F238E27FC236}">
                  <a16:creationId xmlns:a16="http://schemas.microsoft.com/office/drawing/2014/main" id="{B7FA90FF-C68E-1E45-8E83-1534D026AC0F}"/>
                </a:ext>
              </a:extLst>
            </p:cNvPr>
            <p:cNvSpPr/>
            <p:nvPr userDrawn="1"/>
          </p:nvSpPr>
          <p:spPr>
            <a:xfrm>
              <a:off x="765063" y="5992444"/>
              <a:ext cx="76391" cy="1909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51" name="Shape">
              <a:extLst>
                <a:ext uri="{FF2B5EF4-FFF2-40B4-BE49-F238E27FC236}">
                  <a16:creationId xmlns:a16="http://schemas.microsoft.com/office/drawing/2014/main" id="{30A6A744-722A-F445-8733-37C519CF8B65}"/>
                </a:ext>
              </a:extLst>
            </p:cNvPr>
            <p:cNvSpPr/>
            <p:nvPr userDrawn="1"/>
          </p:nvSpPr>
          <p:spPr>
            <a:xfrm>
              <a:off x="765063" y="6258933"/>
              <a:ext cx="76391" cy="190959"/>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52" name="Shape">
              <a:extLst>
                <a:ext uri="{FF2B5EF4-FFF2-40B4-BE49-F238E27FC236}">
                  <a16:creationId xmlns:a16="http://schemas.microsoft.com/office/drawing/2014/main" id="{6AB8E0E4-4143-B142-939F-21D1A2F68B8D}"/>
                </a:ext>
              </a:extLst>
            </p:cNvPr>
            <p:cNvSpPr/>
            <p:nvPr userDrawn="1"/>
          </p:nvSpPr>
          <p:spPr>
            <a:xfrm>
              <a:off x="612356" y="5992444"/>
              <a:ext cx="76391" cy="4582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53" name="Shape">
              <a:extLst>
                <a:ext uri="{FF2B5EF4-FFF2-40B4-BE49-F238E27FC236}">
                  <a16:creationId xmlns:a16="http://schemas.microsoft.com/office/drawing/2014/main" id="{1FD02E03-8E28-5F4C-A93B-6BD1EA6D061B}"/>
                </a:ext>
              </a:extLst>
            </p:cNvPr>
            <p:cNvSpPr/>
            <p:nvPr userDrawn="1"/>
          </p:nvSpPr>
          <p:spPr>
            <a:xfrm>
              <a:off x="917770" y="5992444"/>
              <a:ext cx="229211" cy="343716"/>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799"/>
                    <a:pt x="10801" y="16799"/>
                  </a:cubicBezTo>
                  <a:cubicBezTo>
                    <a:pt x="8807" y="16799"/>
                    <a:pt x="7202" y="15724"/>
                    <a:pt x="7202" y="14399"/>
                  </a:cubicBezTo>
                  <a:lnTo>
                    <a:pt x="7202" y="0"/>
                  </a:lnTo>
                  <a:lnTo>
                    <a:pt x="4"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rgbClr val="ED0010"/>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48" name="Freeform 47">
              <a:extLst>
                <a:ext uri="{FF2B5EF4-FFF2-40B4-BE49-F238E27FC236}">
                  <a16:creationId xmlns:a16="http://schemas.microsoft.com/office/drawing/2014/main" id="{D0F42141-6C0F-3C42-80F0-19E25BB873AE}"/>
                </a:ext>
              </a:extLst>
            </p:cNvPr>
            <p:cNvSpPr/>
            <p:nvPr userDrawn="1"/>
          </p:nvSpPr>
          <p:spPr>
            <a:xfrm>
              <a:off x="1299537" y="5989450"/>
              <a:ext cx="1210978" cy="195118"/>
            </a:xfrm>
            <a:custGeom>
              <a:avLst/>
              <a:gdLst>
                <a:gd name="connsiteX0" fmla="*/ 1045838 w 1210978"/>
                <a:gd name="connsiteY0" fmla="*/ 29584 h 195118"/>
                <a:gd name="connsiteX1" fmla="*/ 1030072 w 1210978"/>
                <a:gd name="connsiteY1" fmla="*/ 46431 h 195118"/>
                <a:gd name="connsiteX2" fmla="*/ 1030072 w 1210978"/>
                <a:gd name="connsiteY2" fmla="*/ 148696 h 195118"/>
                <a:gd name="connsiteX3" fmla="*/ 1045838 w 1210978"/>
                <a:gd name="connsiteY3" fmla="*/ 165281 h 195118"/>
                <a:gd name="connsiteX4" fmla="*/ 1061587 w 1210978"/>
                <a:gd name="connsiteY4" fmla="*/ 148696 h 195118"/>
                <a:gd name="connsiteX5" fmla="*/ 1061587 w 1210978"/>
                <a:gd name="connsiteY5" fmla="*/ 46431 h 195118"/>
                <a:gd name="connsiteX6" fmla="*/ 1045838 w 1210978"/>
                <a:gd name="connsiteY6" fmla="*/ 29584 h 195118"/>
                <a:gd name="connsiteX7" fmla="*/ 918583 w 1210978"/>
                <a:gd name="connsiteY7" fmla="*/ 29584 h 195118"/>
                <a:gd name="connsiteX8" fmla="*/ 902830 w 1210978"/>
                <a:gd name="connsiteY8" fmla="*/ 46431 h 195118"/>
                <a:gd name="connsiteX9" fmla="*/ 902830 w 1210978"/>
                <a:gd name="connsiteY9" fmla="*/ 148696 h 195118"/>
                <a:gd name="connsiteX10" fmla="*/ 918583 w 1210978"/>
                <a:gd name="connsiteY10" fmla="*/ 165281 h 195118"/>
                <a:gd name="connsiteX11" fmla="*/ 934332 w 1210978"/>
                <a:gd name="connsiteY11" fmla="*/ 148696 h 195118"/>
                <a:gd name="connsiteX12" fmla="*/ 934332 w 1210978"/>
                <a:gd name="connsiteY12" fmla="*/ 46431 h 195118"/>
                <a:gd name="connsiteX13" fmla="*/ 918583 w 1210978"/>
                <a:gd name="connsiteY13" fmla="*/ 29584 h 195118"/>
                <a:gd name="connsiteX14" fmla="*/ 174510 w 1210978"/>
                <a:gd name="connsiteY14" fmla="*/ 29584 h 195118"/>
                <a:gd name="connsiteX15" fmla="*/ 158757 w 1210978"/>
                <a:gd name="connsiteY15" fmla="*/ 46431 h 195118"/>
                <a:gd name="connsiteX16" fmla="*/ 158757 w 1210978"/>
                <a:gd name="connsiteY16" fmla="*/ 148696 h 195118"/>
                <a:gd name="connsiteX17" fmla="*/ 174510 w 1210978"/>
                <a:gd name="connsiteY17" fmla="*/ 165281 h 195118"/>
                <a:gd name="connsiteX18" fmla="*/ 190272 w 1210978"/>
                <a:gd name="connsiteY18" fmla="*/ 148696 h 195118"/>
                <a:gd name="connsiteX19" fmla="*/ 190272 w 1210978"/>
                <a:gd name="connsiteY19" fmla="*/ 46431 h 195118"/>
                <a:gd name="connsiteX20" fmla="*/ 174510 w 1210978"/>
                <a:gd name="connsiteY20" fmla="*/ 29584 h 195118"/>
                <a:gd name="connsiteX21" fmla="*/ 1125839 w 1210978"/>
                <a:gd name="connsiteY21" fmla="*/ 2994 h 195118"/>
                <a:gd name="connsiteX22" fmla="*/ 1157352 w 1210978"/>
                <a:gd name="connsiteY22" fmla="*/ 2994 h 195118"/>
                <a:gd name="connsiteX23" fmla="*/ 1157352 w 1210978"/>
                <a:gd name="connsiteY23" fmla="*/ 164396 h 195118"/>
                <a:gd name="connsiteX24" fmla="*/ 1210978 w 1210978"/>
                <a:gd name="connsiteY24" fmla="*/ 164396 h 195118"/>
                <a:gd name="connsiteX25" fmla="*/ 1210978 w 1210978"/>
                <a:gd name="connsiteY25" fmla="*/ 193688 h 195118"/>
                <a:gd name="connsiteX26" fmla="*/ 1125839 w 1210978"/>
                <a:gd name="connsiteY26" fmla="*/ 193688 h 195118"/>
                <a:gd name="connsiteX27" fmla="*/ 744072 w 1210978"/>
                <a:gd name="connsiteY27" fmla="*/ 2994 h 195118"/>
                <a:gd name="connsiteX28" fmla="*/ 775587 w 1210978"/>
                <a:gd name="connsiteY28" fmla="*/ 2994 h 195118"/>
                <a:gd name="connsiteX29" fmla="*/ 775587 w 1210978"/>
                <a:gd name="connsiteY29" fmla="*/ 82026 h 195118"/>
                <a:gd name="connsiteX30" fmla="*/ 807101 w 1210978"/>
                <a:gd name="connsiteY30" fmla="*/ 82026 h 195118"/>
                <a:gd name="connsiteX31" fmla="*/ 807101 w 1210978"/>
                <a:gd name="connsiteY31" fmla="*/ 2994 h 195118"/>
                <a:gd name="connsiteX32" fmla="*/ 838603 w 1210978"/>
                <a:gd name="connsiteY32" fmla="*/ 2994 h 195118"/>
                <a:gd name="connsiteX33" fmla="*/ 838603 w 1210978"/>
                <a:gd name="connsiteY33" fmla="*/ 193688 h 195118"/>
                <a:gd name="connsiteX34" fmla="*/ 807101 w 1210978"/>
                <a:gd name="connsiteY34" fmla="*/ 193688 h 195118"/>
                <a:gd name="connsiteX35" fmla="*/ 807101 w 1210978"/>
                <a:gd name="connsiteY35" fmla="*/ 111328 h 195118"/>
                <a:gd name="connsiteX36" fmla="*/ 775587 w 1210978"/>
                <a:gd name="connsiteY36" fmla="*/ 111328 h 195118"/>
                <a:gd name="connsiteX37" fmla="*/ 775587 w 1210978"/>
                <a:gd name="connsiteY37" fmla="*/ 193688 h 195118"/>
                <a:gd name="connsiteX38" fmla="*/ 744072 w 1210978"/>
                <a:gd name="connsiteY38" fmla="*/ 193688 h 195118"/>
                <a:gd name="connsiteX39" fmla="*/ 381767 w 1210978"/>
                <a:gd name="connsiteY39" fmla="*/ 2994 h 195118"/>
                <a:gd name="connsiteX40" fmla="*/ 466881 w 1210978"/>
                <a:gd name="connsiteY40" fmla="*/ 2994 h 195118"/>
                <a:gd name="connsiteX41" fmla="*/ 466881 w 1210978"/>
                <a:gd name="connsiteY41" fmla="*/ 32287 h 195118"/>
                <a:gd name="connsiteX42" fmla="*/ 413255 w 1210978"/>
                <a:gd name="connsiteY42" fmla="*/ 32287 h 195118"/>
                <a:gd name="connsiteX43" fmla="*/ 413255 w 1210978"/>
                <a:gd name="connsiteY43" fmla="*/ 82026 h 195118"/>
                <a:gd name="connsiteX44" fmla="*/ 458602 w 1210978"/>
                <a:gd name="connsiteY44" fmla="*/ 82026 h 195118"/>
                <a:gd name="connsiteX45" fmla="*/ 458602 w 1210978"/>
                <a:gd name="connsiteY45" fmla="*/ 111328 h 195118"/>
                <a:gd name="connsiteX46" fmla="*/ 413255 w 1210978"/>
                <a:gd name="connsiteY46" fmla="*/ 111328 h 195118"/>
                <a:gd name="connsiteX47" fmla="*/ 413255 w 1210978"/>
                <a:gd name="connsiteY47" fmla="*/ 164396 h 195118"/>
                <a:gd name="connsiteX48" fmla="*/ 466881 w 1210978"/>
                <a:gd name="connsiteY48" fmla="*/ 164396 h 195118"/>
                <a:gd name="connsiteX49" fmla="*/ 466881 w 1210978"/>
                <a:gd name="connsiteY49" fmla="*/ 193688 h 195118"/>
                <a:gd name="connsiteX50" fmla="*/ 381767 w 1210978"/>
                <a:gd name="connsiteY50" fmla="*/ 193688 h 195118"/>
                <a:gd name="connsiteX51" fmla="*/ 0 w 1210978"/>
                <a:gd name="connsiteY51" fmla="*/ 2994 h 195118"/>
                <a:gd name="connsiteX52" fmla="*/ 31515 w 1210978"/>
                <a:gd name="connsiteY52" fmla="*/ 2994 h 195118"/>
                <a:gd name="connsiteX53" fmla="*/ 31515 w 1210978"/>
                <a:gd name="connsiteY53" fmla="*/ 82026 h 195118"/>
                <a:gd name="connsiteX54" fmla="*/ 63030 w 1210978"/>
                <a:gd name="connsiteY54" fmla="*/ 82026 h 195118"/>
                <a:gd name="connsiteX55" fmla="*/ 63030 w 1210978"/>
                <a:gd name="connsiteY55" fmla="*/ 2994 h 195118"/>
                <a:gd name="connsiteX56" fmla="*/ 94519 w 1210978"/>
                <a:gd name="connsiteY56" fmla="*/ 2994 h 195118"/>
                <a:gd name="connsiteX57" fmla="*/ 94519 w 1210978"/>
                <a:gd name="connsiteY57" fmla="*/ 193688 h 195118"/>
                <a:gd name="connsiteX58" fmla="*/ 63030 w 1210978"/>
                <a:gd name="connsiteY58" fmla="*/ 193688 h 195118"/>
                <a:gd name="connsiteX59" fmla="*/ 63030 w 1210978"/>
                <a:gd name="connsiteY59" fmla="*/ 111328 h 195118"/>
                <a:gd name="connsiteX60" fmla="*/ 31515 w 1210978"/>
                <a:gd name="connsiteY60" fmla="*/ 111328 h 195118"/>
                <a:gd name="connsiteX61" fmla="*/ 31515 w 1210978"/>
                <a:gd name="connsiteY61" fmla="*/ 193688 h 195118"/>
                <a:gd name="connsiteX62" fmla="*/ 0 w 1210978"/>
                <a:gd name="connsiteY62" fmla="*/ 193688 h 195118"/>
                <a:gd name="connsiteX63" fmla="*/ 1045838 w 1210978"/>
                <a:gd name="connsiteY63" fmla="*/ 0 h 195118"/>
                <a:gd name="connsiteX64" fmla="*/ 1093102 w 1210978"/>
                <a:gd name="connsiteY64" fmla="*/ 46431 h 195118"/>
                <a:gd name="connsiteX65" fmla="*/ 1093102 w 1210978"/>
                <a:gd name="connsiteY65" fmla="*/ 147585 h 195118"/>
                <a:gd name="connsiteX66" fmla="*/ 1045838 w 1210978"/>
                <a:gd name="connsiteY66" fmla="*/ 195118 h 195118"/>
                <a:gd name="connsiteX67" fmla="*/ 998583 w 1210978"/>
                <a:gd name="connsiteY67" fmla="*/ 148696 h 195118"/>
                <a:gd name="connsiteX68" fmla="*/ 998583 w 1210978"/>
                <a:gd name="connsiteY68" fmla="*/ 47533 h 195118"/>
                <a:gd name="connsiteX69" fmla="*/ 1045838 w 1210978"/>
                <a:gd name="connsiteY69" fmla="*/ 0 h 195118"/>
                <a:gd name="connsiteX70" fmla="*/ 918583 w 1210978"/>
                <a:gd name="connsiteY70" fmla="*/ 0 h 195118"/>
                <a:gd name="connsiteX71" fmla="*/ 965847 w 1210978"/>
                <a:gd name="connsiteY71" fmla="*/ 46431 h 195118"/>
                <a:gd name="connsiteX72" fmla="*/ 965847 w 1210978"/>
                <a:gd name="connsiteY72" fmla="*/ 147585 h 195118"/>
                <a:gd name="connsiteX73" fmla="*/ 918583 w 1210978"/>
                <a:gd name="connsiteY73" fmla="*/ 195118 h 195118"/>
                <a:gd name="connsiteX74" fmla="*/ 871328 w 1210978"/>
                <a:gd name="connsiteY74" fmla="*/ 148696 h 195118"/>
                <a:gd name="connsiteX75" fmla="*/ 871328 w 1210978"/>
                <a:gd name="connsiteY75" fmla="*/ 47533 h 195118"/>
                <a:gd name="connsiteX76" fmla="*/ 918583 w 1210978"/>
                <a:gd name="connsiteY76" fmla="*/ 0 h 195118"/>
                <a:gd name="connsiteX77" fmla="*/ 664081 w 1210978"/>
                <a:gd name="connsiteY77" fmla="*/ 0 h 195118"/>
                <a:gd name="connsiteX78" fmla="*/ 711347 w 1210978"/>
                <a:gd name="connsiteY78" fmla="*/ 46431 h 195118"/>
                <a:gd name="connsiteX79" fmla="*/ 711347 w 1210978"/>
                <a:gd name="connsiteY79" fmla="*/ 67442 h 195118"/>
                <a:gd name="connsiteX80" fmla="*/ 679832 w 1210978"/>
                <a:gd name="connsiteY80" fmla="*/ 67442 h 195118"/>
                <a:gd name="connsiteX81" fmla="*/ 679832 w 1210978"/>
                <a:gd name="connsiteY81" fmla="*/ 46431 h 195118"/>
                <a:gd name="connsiteX82" fmla="*/ 664081 w 1210978"/>
                <a:gd name="connsiteY82" fmla="*/ 29584 h 195118"/>
                <a:gd name="connsiteX83" fmla="*/ 648318 w 1210978"/>
                <a:gd name="connsiteY83" fmla="*/ 46431 h 195118"/>
                <a:gd name="connsiteX84" fmla="*/ 648318 w 1210978"/>
                <a:gd name="connsiteY84" fmla="*/ 148696 h 195118"/>
                <a:gd name="connsiteX85" fmla="*/ 664081 w 1210978"/>
                <a:gd name="connsiteY85" fmla="*/ 165281 h 195118"/>
                <a:gd name="connsiteX86" fmla="*/ 679832 w 1210978"/>
                <a:gd name="connsiteY86" fmla="*/ 148696 h 195118"/>
                <a:gd name="connsiteX87" fmla="*/ 679832 w 1210978"/>
                <a:gd name="connsiteY87" fmla="*/ 125481 h 195118"/>
                <a:gd name="connsiteX88" fmla="*/ 711347 w 1210978"/>
                <a:gd name="connsiteY88" fmla="*/ 125481 h 195118"/>
                <a:gd name="connsiteX89" fmla="*/ 711347 w 1210978"/>
                <a:gd name="connsiteY89" fmla="*/ 147585 h 195118"/>
                <a:gd name="connsiteX90" fmla="*/ 664081 w 1210978"/>
                <a:gd name="connsiteY90" fmla="*/ 195118 h 195118"/>
                <a:gd name="connsiteX91" fmla="*/ 616816 w 1210978"/>
                <a:gd name="connsiteY91" fmla="*/ 148696 h 195118"/>
                <a:gd name="connsiteX92" fmla="*/ 616816 w 1210978"/>
                <a:gd name="connsiteY92" fmla="*/ 47533 h 195118"/>
                <a:gd name="connsiteX93" fmla="*/ 664081 w 1210978"/>
                <a:gd name="connsiteY93" fmla="*/ 0 h 195118"/>
                <a:gd name="connsiteX94" fmla="*/ 540074 w 1210978"/>
                <a:gd name="connsiteY94" fmla="*/ 0 h 195118"/>
                <a:gd name="connsiteX95" fmla="*/ 587629 w 1210978"/>
                <a:gd name="connsiteY95" fmla="*/ 45320 h 195118"/>
                <a:gd name="connsiteX96" fmla="*/ 587629 w 1210978"/>
                <a:gd name="connsiteY96" fmla="*/ 58039 h 195118"/>
                <a:gd name="connsiteX97" fmla="*/ 555836 w 1210978"/>
                <a:gd name="connsiteY97" fmla="*/ 58039 h 195118"/>
                <a:gd name="connsiteX98" fmla="*/ 555836 w 1210978"/>
                <a:gd name="connsiteY98" fmla="*/ 45320 h 195118"/>
                <a:gd name="connsiteX99" fmla="*/ 540074 w 1210978"/>
                <a:gd name="connsiteY99" fmla="*/ 29584 h 195118"/>
                <a:gd name="connsiteX100" fmla="*/ 524056 w 1210978"/>
                <a:gd name="connsiteY100" fmla="*/ 45320 h 195118"/>
                <a:gd name="connsiteX101" fmla="*/ 524056 w 1210978"/>
                <a:gd name="connsiteY101" fmla="*/ 51679 h 195118"/>
                <a:gd name="connsiteX102" fmla="*/ 532890 w 1210978"/>
                <a:gd name="connsiteY102" fmla="*/ 69656 h 195118"/>
                <a:gd name="connsiteX103" fmla="*/ 570489 w 1210978"/>
                <a:gd name="connsiteY103" fmla="*/ 101154 h 195118"/>
                <a:gd name="connsiteX104" fmla="*/ 587629 w 1210978"/>
                <a:gd name="connsiteY104" fmla="*/ 135987 h 195118"/>
                <a:gd name="connsiteX105" fmla="*/ 587629 w 1210978"/>
                <a:gd name="connsiteY105" fmla="*/ 150901 h 195118"/>
                <a:gd name="connsiteX106" fmla="*/ 540074 w 1210978"/>
                <a:gd name="connsiteY106" fmla="*/ 195118 h 195118"/>
                <a:gd name="connsiteX107" fmla="*/ 492554 w 1210978"/>
                <a:gd name="connsiteY107" fmla="*/ 151452 h 195118"/>
                <a:gd name="connsiteX108" fmla="*/ 492554 w 1210978"/>
                <a:gd name="connsiteY108" fmla="*/ 138182 h 195118"/>
                <a:gd name="connsiteX109" fmla="*/ 524056 w 1210978"/>
                <a:gd name="connsiteY109" fmla="*/ 138182 h 195118"/>
                <a:gd name="connsiteX110" fmla="*/ 524056 w 1210978"/>
                <a:gd name="connsiteY110" fmla="*/ 148696 h 195118"/>
                <a:gd name="connsiteX111" fmla="*/ 540074 w 1210978"/>
                <a:gd name="connsiteY111" fmla="*/ 165281 h 195118"/>
                <a:gd name="connsiteX112" fmla="*/ 555836 w 1210978"/>
                <a:gd name="connsiteY112" fmla="*/ 148696 h 195118"/>
                <a:gd name="connsiteX113" fmla="*/ 555836 w 1210978"/>
                <a:gd name="connsiteY113" fmla="*/ 142066 h 195118"/>
                <a:gd name="connsiteX114" fmla="*/ 546166 w 1210978"/>
                <a:gd name="connsiteY114" fmla="*/ 121055 h 195118"/>
                <a:gd name="connsiteX115" fmla="*/ 508571 w 1210978"/>
                <a:gd name="connsiteY115" fmla="*/ 89547 h 195118"/>
                <a:gd name="connsiteX116" fmla="*/ 492554 w 1210978"/>
                <a:gd name="connsiteY116" fmla="*/ 54724 h 195118"/>
                <a:gd name="connsiteX117" fmla="*/ 492554 w 1210978"/>
                <a:gd name="connsiteY117" fmla="*/ 45320 h 195118"/>
                <a:gd name="connsiteX118" fmla="*/ 540074 w 1210978"/>
                <a:gd name="connsiteY118" fmla="*/ 0 h 195118"/>
                <a:gd name="connsiteX119" fmla="*/ 301766 w 1210978"/>
                <a:gd name="connsiteY119" fmla="*/ 0 h 195118"/>
                <a:gd name="connsiteX120" fmla="*/ 349030 w 1210978"/>
                <a:gd name="connsiteY120" fmla="*/ 46431 h 195118"/>
                <a:gd name="connsiteX121" fmla="*/ 349030 w 1210978"/>
                <a:gd name="connsiteY121" fmla="*/ 60252 h 195118"/>
                <a:gd name="connsiteX122" fmla="*/ 317528 w 1210978"/>
                <a:gd name="connsiteY122" fmla="*/ 60252 h 195118"/>
                <a:gd name="connsiteX123" fmla="*/ 317528 w 1210978"/>
                <a:gd name="connsiteY123" fmla="*/ 46431 h 195118"/>
                <a:gd name="connsiteX124" fmla="*/ 301766 w 1210978"/>
                <a:gd name="connsiteY124" fmla="*/ 29584 h 195118"/>
                <a:gd name="connsiteX125" fmla="*/ 286013 w 1210978"/>
                <a:gd name="connsiteY125" fmla="*/ 46431 h 195118"/>
                <a:gd name="connsiteX126" fmla="*/ 286013 w 1210978"/>
                <a:gd name="connsiteY126" fmla="*/ 148696 h 195118"/>
                <a:gd name="connsiteX127" fmla="*/ 301766 w 1210978"/>
                <a:gd name="connsiteY127" fmla="*/ 165281 h 195118"/>
                <a:gd name="connsiteX128" fmla="*/ 317528 w 1210978"/>
                <a:gd name="connsiteY128" fmla="*/ 148696 h 195118"/>
                <a:gd name="connsiteX129" fmla="*/ 317528 w 1210978"/>
                <a:gd name="connsiteY129" fmla="*/ 113873 h 195118"/>
                <a:gd name="connsiteX130" fmla="*/ 299841 w 1210978"/>
                <a:gd name="connsiteY130" fmla="*/ 113873 h 195118"/>
                <a:gd name="connsiteX131" fmla="*/ 299841 w 1210978"/>
                <a:gd name="connsiteY131" fmla="*/ 85401 h 195118"/>
                <a:gd name="connsiteX132" fmla="*/ 349030 w 1210978"/>
                <a:gd name="connsiteY132" fmla="*/ 85401 h 195118"/>
                <a:gd name="connsiteX133" fmla="*/ 349030 w 1210978"/>
                <a:gd name="connsiteY133" fmla="*/ 147585 h 195118"/>
                <a:gd name="connsiteX134" fmla="*/ 301766 w 1210978"/>
                <a:gd name="connsiteY134" fmla="*/ 195118 h 195118"/>
                <a:gd name="connsiteX135" fmla="*/ 254511 w 1210978"/>
                <a:gd name="connsiteY135" fmla="*/ 148696 h 195118"/>
                <a:gd name="connsiteX136" fmla="*/ 254511 w 1210978"/>
                <a:gd name="connsiteY136" fmla="*/ 47533 h 195118"/>
                <a:gd name="connsiteX137" fmla="*/ 301766 w 1210978"/>
                <a:gd name="connsiteY137" fmla="*/ 0 h 195118"/>
                <a:gd name="connsiteX138" fmla="*/ 174510 w 1210978"/>
                <a:gd name="connsiteY138" fmla="*/ 0 h 195118"/>
                <a:gd name="connsiteX139" fmla="*/ 221774 w 1210978"/>
                <a:gd name="connsiteY139" fmla="*/ 46431 h 195118"/>
                <a:gd name="connsiteX140" fmla="*/ 221774 w 1210978"/>
                <a:gd name="connsiteY140" fmla="*/ 147585 h 195118"/>
                <a:gd name="connsiteX141" fmla="*/ 174510 w 1210978"/>
                <a:gd name="connsiteY141" fmla="*/ 195118 h 195118"/>
                <a:gd name="connsiteX142" fmla="*/ 127255 w 1210978"/>
                <a:gd name="connsiteY142" fmla="*/ 148696 h 195118"/>
                <a:gd name="connsiteX143" fmla="*/ 127255 w 1210978"/>
                <a:gd name="connsiteY143" fmla="*/ 47533 h 195118"/>
                <a:gd name="connsiteX144" fmla="*/ 174510 w 1210978"/>
                <a:gd name="connsiteY144" fmla="*/ 0 h 195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210978" h="195118">
                  <a:moveTo>
                    <a:pt x="1045838" y="29584"/>
                  </a:moveTo>
                  <a:cubicBezTo>
                    <a:pt x="1036167" y="29584"/>
                    <a:pt x="1030072" y="35925"/>
                    <a:pt x="1030072" y="46431"/>
                  </a:cubicBezTo>
                  <a:lnTo>
                    <a:pt x="1030072" y="148696"/>
                  </a:lnTo>
                  <a:cubicBezTo>
                    <a:pt x="1030072" y="159193"/>
                    <a:pt x="1036167" y="165281"/>
                    <a:pt x="1045838" y="165281"/>
                  </a:cubicBezTo>
                  <a:cubicBezTo>
                    <a:pt x="1055509" y="165281"/>
                    <a:pt x="1061587" y="159193"/>
                    <a:pt x="1061587" y="148696"/>
                  </a:cubicBezTo>
                  <a:cubicBezTo>
                    <a:pt x="1061587" y="148696"/>
                    <a:pt x="1061587" y="46431"/>
                    <a:pt x="1061587" y="46431"/>
                  </a:cubicBezTo>
                  <a:cubicBezTo>
                    <a:pt x="1061587" y="35925"/>
                    <a:pt x="1055509" y="29584"/>
                    <a:pt x="1045838" y="29584"/>
                  </a:cubicBezTo>
                  <a:close/>
                  <a:moveTo>
                    <a:pt x="918583" y="29584"/>
                  </a:moveTo>
                  <a:cubicBezTo>
                    <a:pt x="908912" y="29584"/>
                    <a:pt x="902830" y="35925"/>
                    <a:pt x="902830" y="46431"/>
                  </a:cubicBezTo>
                  <a:lnTo>
                    <a:pt x="902830" y="148696"/>
                  </a:lnTo>
                  <a:cubicBezTo>
                    <a:pt x="902830" y="159193"/>
                    <a:pt x="908912" y="165281"/>
                    <a:pt x="918583" y="165281"/>
                  </a:cubicBezTo>
                  <a:cubicBezTo>
                    <a:pt x="928254" y="165281"/>
                    <a:pt x="934332" y="159193"/>
                    <a:pt x="934332" y="148696"/>
                  </a:cubicBezTo>
                  <a:cubicBezTo>
                    <a:pt x="934332" y="148696"/>
                    <a:pt x="934332" y="46431"/>
                    <a:pt x="934332" y="46431"/>
                  </a:cubicBezTo>
                  <a:cubicBezTo>
                    <a:pt x="934332" y="35925"/>
                    <a:pt x="928254" y="29584"/>
                    <a:pt x="918583" y="29584"/>
                  </a:cubicBezTo>
                  <a:close/>
                  <a:moveTo>
                    <a:pt x="174510" y="29584"/>
                  </a:moveTo>
                  <a:cubicBezTo>
                    <a:pt x="164839" y="29584"/>
                    <a:pt x="158757" y="35925"/>
                    <a:pt x="158757" y="46431"/>
                  </a:cubicBezTo>
                  <a:lnTo>
                    <a:pt x="158757" y="148696"/>
                  </a:lnTo>
                  <a:cubicBezTo>
                    <a:pt x="158757" y="159193"/>
                    <a:pt x="164839" y="165281"/>
                    <a:pt x="174510" y="165281"/>
                  </a:cubicBezTo>
                  <a:cubicBezTo>
                    <a:pt x="184181" y="165281"/>
                    <a:pt x="190272" y="159193"/>
                    <a:pt x="190272" y="148696"/>
                  </a:cubicBezTo>
                  <a:cubicBezTo>
                    <a:pt x="190272" y="148696"/>
                    <a:pt x="190272" y="46431"/>
                    <a:pt x="190272" y="46431"/>
                  </a:cubicBezTo>
                  <a:cubicBezTo>
                    <a:pt x="190272" y="35925"/>
                    <a:pt x="184181" y="29584"/>
                    <a:pt x="174510" y="29584"/>
                  </a:cubicBezTo>
                  <a:close/>
                  <a:moveTo>
                    <a:pt x="1125839" y="2994"/>
                  </a:moveTo>
                  <a:cubicBezTo>
                    <a:pt x="1125839" y="2994"/>
                    <a:pt x="1157352" y="2994"/>
                    <a:pt x="1157352" y="2994"/>
                  </a:cubicBezTo>
                  <a:lnTo>
                    <a:pt x="1157352" y="164396"/>
                  </a:lnTo>
                  <a:lnTo>
                    <a:pt x="1210978" y="164396"/>
                  </a:lnTo>
                  <a:lnTo>
                    <a:pt x="1210978" y="193688"/>
                  </a:lnTo>
                  <a:lnTo>
                    <a:pt x="1125839" y="193688"/>
                  </a:lnTo>
                  <a:close/>
                  <a:moveTo>
                    <a:pt x="744072" y="2994"/>
                  </a:moveTo>
                  <a:lnTo>
                    <a:pt x="775587" y="2994"/>
                  </a:lnTo>
                  <a:lnTo>
                    <a:pt x="775587" y="82026"/>
                  </a:lnTo>
                  <a:lnTo>
                    <a:pt x="807101" y="82026"/>
                  </a:lnTo>
                  <a:lnTo>
                    <a:pt x="807101" y="2994"/>
                  </a:lnTo>
                  <a:cubicBezTo>
                    <a:pt x="807101" y="2994"/>
                    <a:pt x="838603" y="2994"/>
                    <a:pt x="838603" y="2994"/>
                  </a:cubicBezTo>
                  <a:lnTo>
                    <a:pt x="838603" y="193688"/>
                  </a:lnTo>
                  <a:lnTo>
                    <a:pt x="807101" y="193688"/>
                  </a:lnTo>
                  <a:lnTo>
                    <a:pt x="807101" y="111328"/>
                  </a:lnTo>
                  <a:lnTo>
                    <a:pt x="775587" y="111328"/>
                  </a:lnTo>
                  <a:lnTo>
                    <a:pt x="775587" y="193688"/>
                  </a:lnTo>
                  <a:lnTo>
                    <a:pt x="744072" y="193688"/>
                  </a:lnTo>
                  <a:close/>
                  <a:moveTo>
                    <a:pt x="381767" y="2994"/>
                  </a:moveTo>
                  <a:cubicBezTo>
                    <a:pt x="381767" y="2994"/>
                    <a:pt x="466881" y="2994"/>
                    <a:pt x="466881" y="2994"/>
                  </a:cubicBezTo>
                  <a:lnTo>
                    <a:pt x="466881" y="32287"/>
                  </a:lnTo>
                  <a:lnTo>
                    <a:pt x="413255" y="32287"/>
                  </a:lnTo>
                  <a:lnTo>
                    <a:pt x="413255" y="82026"/>
                  </a:lnTo>
                  <a:lnTo>
                    <a:pt x="458602" y="82026"/>
                  </a:lnTo>
                  <a:lnTo>
                    <a:pt x="458602" y="111328"/>
                  </a:lnTo>
                  <a:lnTo>
                    <a:pt x="413255" y="111328"/>
                  </a:lnTo>
                  <a:lnTo>
                    <a:pt x="413255" y="164396"/>
                  </a:lnTo>
                  <a:lnTo>
                    <a:pt x="466881" y="164396"/>
                  </a:lnTo>
                  <a:lnTo>
                    <a:pt x="466881" y="193688"/>
                  </a:lnTo>
                  <a:lnTo>
                    <a:pt x="381767" y="193688"/>
                  </a:lnTo>
                  <a:close/>
                  <a:moveTo>
                    <a:pt x="0" y="2994"/>
                  </a:moveTo>
                  <a:lnTo>
                    <a:pt x="31515" y="2994"/>
                  </a:lnTo>
                  <a:lnTo>
                    <a:pt x="31515" y="82026"/>
                  </a:lnTo>
                  <a:lnTo>
                    <a:pt x="63030" y="82026"/>
                  </a:lnTo>
                  <a:lnTo>
                    <a:pt x="63030" y="2994"/>
                  </a:lnTo>
                  <a:cubicBezTo>
                    <a:pt x="63030" y="2994"/>
                    <a:pt x="94519" y="2994"/>
                    <a:pt x="94519" y="2994"/>
                  </a:cubicBezTo>
                  <a:lnTo>
                    <a:pt x="94519" y="193688"/>
                  </a:lnTo>
                  <a:lnTo>
                    <a:pt x="63030" y="193688"/>
                  </a:lnTo>
                  <a:lnTo>
                    <a:pt x="63030" y="111328"/>
                  </a:lnTo>
                  <a:lnTo>
                    <a:pt x="31515" y="111328"/>
                  </a:lnTo>
                  <a:lnTo>
                    <a:pt x="31515" y="193688"/>
                  </a:lnTo>
                  <a:lnTo>
                    <a:pt x="0" y="193688"/>
                  </a:lnTo>
                  <a:close/>
                  <a:moveTo>
                    <a:pt x="1045838" y="0"/>
                  </a:moveTo>
                  <a:cubicBezTo>
                    <a:pt x="1072093" y="0"/>
                    <a:pt x="1093102" y="15754"/>
                    <a:pt x="1093102" y="46431"/>
                  </a:cubicBezTo>
                  <a:lnTo>
                    <a:pt x="1093102" y="147585"/>
                  </a:lnTo>
                  <a:cubicBezTo>
                    <a:pt x="1093102" y="179093"/>
                    <a:pt x="1072093" y="195118"/>
                    <a:pt x="1045838" y="195118"/>
                  </a:cubicBezTo>
                  <a:cubicBezTo>
                    <a:pt x="1019578" y="195118"/>
                    <a:pt x="998583" y="179093"/>
                    <a:pt x="998583" y="148696"/>
                  </a:cubicBezTo>
                  <a:lnTo>
                    <a:pt x="998583" y="47533"/>
                  </a:lnTo>
                  <a:cubicBezTo>
                    <a:pt x="998583" y="15754"/>
                    <a:pt x="1019578" y="0"/>
                    <a:pt x="1045838" y="0"/>
                  </a:cubicBezTo>
                  <a:close/>
                  <a:moveTo>
                    <a:pt x="918583" y="0"/>
                  </a:moveTo>
                  <a:cubicBezTo>
                    <a:pt x="944838" y="0"/>
                    <a:pt x="965847" y="15754"/>
                    <a:pt x="965847" y="46431"/>
                  </a:cubicBezTo>
                  <a:lnTo>
                    <a:pt x="965847" y="147585"/>
                  </a:lnTo>
                  <a:cubicBezTo>
                    <a:pt x="965847" y="179093"/>
                    <a:pt x="944838" y="195118"/>
                    <a:pt x="918583" y="195118"/>
                  </a:cubicBezTo>
                  <a:cubicBezTo>
                    <a:pt x="892336" y="195118"/>
                    <a:pt x="871328" y="179093"/>
                    <a:pt x="871328" y="148696"/>
                  </a:cubicBezTo>
                  <a:lnTo>
                    <a:pt x="871328" y="47533"/>
                  </a:lnTo>
                  <a:cubicBezTo>
                    <a:pt x="871328" y="15754"/>
                    <a:pt x="892336" y="0"/>
                    <a:pt x="918583" y="0"/>
                  </a:cubicBezTo>
                  <a:close/>
                  <a:moveTo>
                    <a:pt x="664081" y="0"/>
                  </a:moveTo>
                  <a:cubicBezTo>
                    <a:pt x="690336" y="0"/>
                    <a:pt x="711347" y="15754"/>
                    <a:pt x="711347" y="46431"/>
                  </a:cubicBezTo>
                  <a:lnTo>
                    <a:pt x="711347" y="67442"/>
                  </a:lnTo>
                  <a:lnTo>
                    <a:pt x="679832" y="67442"/>
                  </a:lnTo>
                  <a:lnTo>
                    <a:pt x="679832" y="46431"/>
                  </a:lnTo>
                  <a:cubicBezTo>
                    <a:pt x="679832" y="35925"/>
                    <a:pt x="673753" y="29584"/>
                    <a:pt x="664081" y="29584"/>
                  </a:cubicBezTo>
                  <a:cubicBezTo>
                    <a:pt x="654410" y="29584"/>
                    <a:pt x="648318" y="35925"/>
                    <a:pt x="648318" y="46431"/>
                  </a:cubicBezTo>
                  <a:lnTo>
                    <a:pt x="648318" y="148696"/>
                  </a:lnTo>
                  <a:cubicBezTo>
                    <a:pt x="648318" y="159193"/>
                    <a:pt x="654410" y="165281"/>
                    <a:pt x="664081" y="165281"/>
                  </a:cubicBezTo>
                  <a:cubicBezTo>
                    <a:pt x="673753" y="165281"/>
                    <a:pt x="679832" y="159193"/>
                    <a:pt x="679832" y="148696"/>
                  </a:cubicBezTo>
                  <a:lnTo>
                    <a:pt x="679832" y="125481"/>
                  </a:lnTo>
                  <a:lnTo>
                    <a:pt x="711347" y="125481"/>
                  </a:lnTo>
                  <a:lnTo>
                    <a:pt x="711347" y="147585"/>
                  </a:lnTo>
                  <a:cubicBezTo>
                    <a:pt x="711347" y="179093"/>
                    <a:pt x="690336" y="195118"/>
                    <a:pt x="664081" y="195118"/>
                  </a:cubicBezTo>
                  <a:cubicBezTo>
                    <a:pt x="637827" y="195118"/>
                    <a:pt x="616816" y="179093"/>
                    <a:pt x="616816" y="148696"/>
                  </a:cubicBezTo>
                  <a:lnTo>
                    <a:pt x="616816" y="47533"/>
                  </a:lnTo>
                  <a:cubicBezTo>
                    <a:pt x="616816" y="15754"/>
                    <a:pt x="637827" y="0"/>
                    <a:pt x="664081" y="0"/>
                  </a:cubicBezTo>
                  <a:close/>
                  <a:moveTo>
                    <a:pt x="540074" y="0"/>
                  </a:moveTo>
                  <a:cubicBezTo>
                    <a:pt x="568552" y="0"/>
                    <a:pt x="587629" y="17967"/>
                    <a:pt x="587629" y="45320"/>
                  </a:cubicBezTo>
                  <a:lnTo>
                    <a:pt x="587629" y="58039"/>
                  </a:lnTo>
                  <a:lnTo>
                    <a:pt x="555836" y="58039"/>
                  </a:lnTo>
                  <a:lnTo>
                    <a:pt x="555836" y="45320"/>
                  </a:lnTo>
                  <a:cubicBezTo>
                    <a:pt x="555836" y="35925"/>
                    <a:pt x="549476" y="29584"/>
                    <a:pt x="540074" y="29584"/>
                  </a:cubicBezTo>
                  <a:cubicBezTo>
                    <a:pt x="531513" y="29584"/>
                    <a:pt x="524056" y="35925"/>
                    <a:pt x="524056" y="45320"/>
                  </a:cubicBezTo>
                  <a:lnTo>
                    <a:pt x="524056" y="51679"/>
                  </a:lnTo>
                  <a:cubicBezTo>
                    <a:pt x="524056" y="60252"/>
                    <a:pt x="527366" y="64949"/>
                    <a:pt x="532890" y="69656"/>
                  </a:cubicBezTo>
                  <a:lnTo>
                    <a:pt x="570489" y="101154"/>
                  </a:lnTo>
                  <a:cubicBezTo>
                    <a:pt x="582092" y="110829"/>
                    <a:pt x="587629" y="120775"/>
                    <a:pt x="587629" y="135987"/>
                  </a:cubicBezTo>
                  <a:lnTo>
                    <a:pt x="587629" y="150901"/>
                  </a:lnTo>
                  <a:cubicBezTo>
                    <a:pt x="587629" y="176329"/>
                    <a:pt x="566343" y="195118"/>
                    <a:pt x="540074" y="195118"/>
                  </a:cubicBezTo>
                  <a:cubicBezTo>
                    <a:pt x="513550" y="195118"/>
                    <a:pt x="492554" y="177151"/>
                    <a:pt x="492554" y="151452"/>
                  </a:cubicBezTo>
                  <a:lnTo>
                    <a:pt x="492554" y="138182"/>
                  </a:lnTo>
                  <a:lnTo>
                    <a:pt x="524056" y="138182"/>
                  </a:lnTo>
                  <a:lnTo>
                    <a:pt x="524056" y="148696"/>
                  </a:lnTo>
                  <a:cubicBezTo>
                    <a:pt x="524056" y="160304"/>
                    <a:pt x="531513" y="165281"/>
                    <a:pt x="540074" y="165281"/>
                  </a:cubicBezTo>
                  <a:cubicBezTo>
                    <a:pt x="549476" y="165281"/>
                    <a:pt x="555836" y="159193"/>
                    <a:pt x="555836" y="148696"/>
                  </a:cubicBezTo>
                  <a:lnTo>
                    <a:pt x="555836" y="142066"/>
                  </a:lnTo>
                  <a:cubicBezTo>
                    <a:pt x="555836" y="132653"/>
                    <a:pt x="553358" y="127134"/>
                    <a:pt x="546166" y="121055"/>
                  </a:cubicBezTo>
                  <a:lnTo>
                    <a:pt x="508571" y="89547"/>
                  </a:lnTo>
                  <a:cubicBezTo>
                    <a:pt x="502224" y="84289"/>
                    <a:pt x="492554" y="71851"/>
                    <a:pt x="492554" y="54724"/>
                  </a:cubicBezTo>
                  <a:lnTo>
                    <a:pt x="492554" y="45320"/>
                  </a:lnTo>
                  <a:cubicBezTo>
                    <a:pt x="492554" y="18798"/>
                    <a:pt x="511340" y="0"/>
                    <a:pt x="540074" y="0"/>
                  </a:cubicBezTo>
                  <a:close/>
                  <a:moveTo>
                    <a:pt x="301766" y="0"/>
                  </a:moveTo>
                  <a:cubicBezTo>
                    <a:pt x="328021" y="0"/>
                    <a:pt x="349030" y="15754"/>
                    <a:pt x="349030" y="46431"/>
                  </a:cubicBezTo>
                  <a:lnTo>
                    <a:pt x="349030" y="60252"/>
                  </a:lnTo>
                  <a:lnTo>
                    <a:pt x="317528" y="60252"/>
                  </a:lnTo>
                  <a:lnTo>
                    <a:pt x="317528" y="46431"/>
                  </a:lnTo>
                  <a:cubicBezTo>
                    <a:pt x="317528" y="35925"/>
                    <a:pt x="311437" y="29584"/>
                    <a:pt x="301766" y="29584"/>
                  </a:cubicBezTo>
                  <a:cubicBezTo>
                    <a:pt x="292095" y="29584"/>
                    <a:pt x="286013" y="35925"/>
                    <a:pt x="286013" y="46431"/>
                  </a:cubicBezTo>
                  <a:lnTo>
                    <a:pt x="286013" y="148696"/>
                  </a:lnTo>
                  <a:cubicBezTo>
                    <a:pt x="286013" y="159193"/>
                    <a:pt x="292095" y="165281"/>
                    <a:pt x="301766" y="165281"/>
                  </a:cubicBezTo>
                  <a:cubicBezTo>
                    <a:pt x="311437" y="165281"/>
                    <a:pt x="317528" y="159193"/>
                    <a:pt x="317528" y="148696"/>
                  </a:cubicBezTo>
                  <a:lnTo>
                    <a:pt x="317528" y="113873"/>
                  </a:lnTo>
                  <a:lnTo>
                    <a:pt x="299841" y="113873"/>
                  </a:lnTo>
                  <a:lnTo>
                    <a:pt x="299841" y="85401"/>
                  </a:lnTo>
                  <a:lnTo>
                    <a:pt x="349030" y="85401"/>
                  </a:lnTo>
                  <a:lnTo>
                    <a:pt x="349030" y="147585"/>
                  </a:lnTo>
                  <a:cubicBezTo>
                    <a:pt x="349030" y="179093"/>
                    <a:pt x="328021" y="195118"/>
                    <a:pt x="301766" y="195118"/>
                  </a:cubicBezTo>
                  <a:cubicBezTo>
                    <a:pt x="275506" y="195118"/>
                    <a:pt x="254511" y="179093"/>
                    <a:pt x="254511" y="148696"/>
                  </a:cubicBezTo>
                  <a:lnTo>
                    <a:pt x="254511" y="47533"/>
                  </a:lnTo>
                  <a:cubicBezTo>
                    <a:pt x="254511" y="15754"/>
                    <a:pt x="275506" y="0"/>
                    <a:pt x="301766" y="0"/>
                  </a:cubicBezTo>
                  <a:close/>
                  <a:moveTo>
                    <a:pt x="174510" y="0"/>
                  </a:moveTo>
                  <a:cubicBezTo>
                    <a:pt x="200765" y="0"/>
                    <a:pt x="221774" y="15754"/>
                    <a:pt x="221774" y="46431"/>
                  </a:cubicBezTo>
                  <a:lnTo>
                    <a:pt x="221774" y="147585"/>
                  </a:lnTo>
                  <a:cubicBezTo>
                    <a:pt x="221774" y="179093"/>
                    <a:pt x="200765" y="195118"/>
                    <a:pt x="174510" y="195118"/>
                  </a:cubicBezTo>
                  <a:cubicBezTo>
                    <a:pt x="148250" y="195118"/>
                    <a:pt x="127255" y="179093"/>
                    <a:pt x="127255" y="148696"/>
                  </a:cubicBezTo>
                  <a:lnTo>
                    <a:pt x="127255" y="47533"/>
                  </a:lnTo>
                  <a:cubicBezTo>
                    <a:pt x="127255" y="15754"/>
                    <a:pt x="148250" y="0"/>
                    <a:pt x="174510" y="0"/>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49" name="Freeform 48">
              <a:extLst>
                <a:ext uri="{FF2B5EF4-FFF2-40B4-BE49-F238E27FC236}">
                  <a16:creationId xmlns:a16="http://schemas.microsoft.com/office/drawing/2014/main" id="{DDEA3D5D-43DB-CA42-9F46-C8BFB8F44B09}"/>
                </a:ext>
              </a:extLst>
            </p:cNvPr>
            <p:cNvSpPr/>
            <p:nvPr userDrawn="1"/>
          </p:nvSpPr>
          <p:spPr>
            <a:xfrm>
              <a:off x="1299537" y="6257435"/>
              <a:ext cx="827965" cy="195900"/>
            </a:xfrm>
            <a:custGeom>
              <a:avLst/>
              <a:gdLst>
                <a:gd name="connsiteX0" fmla="*/ 269559 w 827965"/>
                <a:gd name="connsiteY0" fmla="*/ 32287 h 195900"/>
                <a:gd name="connsiteX1" fmla="*/ 269559 w 827965"/>
                <a:gd name="connsiteY1" fmla="*/ 84242 h 195900"/>
                <a:gd name="connsiteX2" fmla="*/ 284209 w 827965"/>
                <a:gd name="connsiteY2" fmla="*/ 84242 h 195900"/>
                <a:gd name="connsiteX3" fmla="*/ 301061 w 827965"/>
                <a:gd name="connsiteY3" fmla="*/ 62966 h 195900"/>
                <a:gd name="connsiteX4" fmla="*/ 301061 w 827965"/>
                <a:gd name="connsiteY4" fmla="*/ 53290 h 195900"/>
                <a:gd name="connsiteX5" fmla="*/ 284209 w 827965"/>
                <a:gd name="connsiteY5" fmla="*/ 32287 h 195900"/>
                <a:gd name="connsiteX6" fmla="*/ 724610 w 827965"/>
                <a:gd name="connsiteY6" fmla="*/ 2994 h 195900"/>
                <a:gd name="connsiteX7" fmla="*/ 827965 w 827965"/>
                <a:gd name="connsiteY7" fmla="*/ 2994 h 195900"/>
                <a:gd name="connsiteX8" fmla="*/ 827965 w 827965"/>
                <a:gd name="connsiteY8" fmla="*/ 31183 h 195900"/>
                <a:gd name="connsiteX9" fmla="*/ 792049 w 827965"/>
                <a:gd name="connsiteY9" fmla="*/ 31183 h 195900"/>
                <a:gd name="connsiteX10" fmla="*/ 792049 w 827965"/>
                <a:gd name="connsiteY10" fmla="*/ 193687 h 195900"/>
                <a:gd name="connsiteX11" fmla="*/ 760535 w 827965"/>
                <a:gd name="connsiteY11" fmla="*/ 193687 h 195900"/>
                <a:gd name="connsiteX12" fmla="*/ 760535 w 827965"/>
                <a:gd name="connsiteY12" fmla="*/ 31183 h 195900"/>
                <a:gd name="connsiteX13" fmla="*/ 724610 w 827965"/>
                <a:gd name="connsiteY13" fmla="*/ 31183 h 195900"/>
                <a:gd name="connsiteX14" fmla="*/ 609331 w 827965"/>
                <a:gd name="connsiteY14" fmla="*/ 2994 h 195900"/>
                <a:gd name="connsiteX15" fmla="*/ 640846 w 827965"/>
                <a:gd name="connsiteY15" fmla="*/ 2994 h 195900"/>
                <a:gd name="connsiteX16" fmla="*/ 640846 w 827965"/>
                <a:gd name="connsiteY16" fmla="*/ 82026 h 195900"/>
                <a:gd name="connsiteX17" fmla="*/ 672360 w 827965"/>
                <a:gd name="connsiteY17" fmla="*/ 82026 h 195900"/>
                <a:gd name="connsiteX18" fmla="*/ 672360 w 827965"/>
                <a:gd name="connsiteY18" fmla="*/ 2994 h 195900"/>
                <a:gd name="connsiteX19" fmla="*/ 703862 w 827965"/>
                <a:gd name="connsiteY19" fmla="*/ 2994 h 195900"/>
                <a:gd name="connsiteX20" fmla="*/ 703862 w 827965"/>
                <a:gd name="connsiteY20" fmla="*/ 193687 h 195900"/>
                <a:gd name="connsiteX21" fmla="*/ 672360 w 827965"/>
                <a:gd name="connsiteY21" fmla="*/ 193687 h 195900"/>
                <a:gd name="connsiteX22" fmla="*/ 672360 w 827965"/>
                <a:gd name="connsiteY22" fmla="*/ 111345 h 195900"/>
                <a:gd name="connsiteX23" fmla="*/ 640846 w 827965"/>
                <a:gd name="connsiteY23" fmla="*/ 111345 h 195900"/>
                <a:gd name="connsiteX24" fmla="*/ 640846 w 827965"/>
                <a:gd name="connsiteY24" fmla="*/ 193687 h 195900"/>
                <a:gd name="connsiteX25" fmla="*/ 609331 w 827965"/>
                <a:gd name="connsiteY25" fmla="*/ 193687 h 195900"/>
                <a:gd name="connsiteX26" fmla="*/ 365300 w 827965"/>
                <a:gd name="connsiteY26" fmla="*/ 2994 h 195900"/>
                <a:gd name="connsiteX27" fmla="*/ 450414 w 827965"/>
                <a:gd name="connsiteY27" fmla="*/ 2994 h 195900"/>
                <a:gd name="connsiteX28" fmla="*/ 450414 w 827965"/>
                <a:gd name="connsiteY28" fmla="*/ 32296 h 195900"/>
                <a:gd name="connsiteX29" fmla="*/ 396788 w 827965"/>
                <a:gd name="connsiteY29" fmla="*/ 32296 h 195900"/>
                <a:gd name="connsiteX30" fmla="*/ 396788 w 827965"/>
                <a:gd name="connsiteY30" fmla="*/ 82026 h 195900"/>
                <a:gd name="connsiteX31" fmla="*/ 442135 w 827965"/>
                <a:gd name="connsiteY31" fmla="*/ 82026 h 195900"/>
                <a:gd name="connsiteX32" fmla="*/ 442135 w 827965"/>
                <a:gd name="connsiteY32" fmla="*/ 111345 h 195900"/>
                <a:gd name="connsiteX33" fmla="*/ 396788 w 827965"/>
                <a:gd name="connsiteY33" fmla="*/ 111345 h 195900"/>
                <a:gd name="connsiteX34" fmla="*/ 396788 w 827965"/>
                <a:gd name="connsiteY34" fmla="*/ 164395 h 195900"/>
                <a:gd name="connsiteX35" fmla="*/ 450414 w 827965"/>
                <a:gd name="connsiteY35" fmla="*/ 164395 h 195900"/>
                <a:gd name="connsiteX36" fmla="*/ 450414 w 827965"/>
                <a:gd name="connsiteY36" fmla="*/ 193687 h 195900"/>
                <a:gd name="connsiteX37" fmla="*/ 365300 w 827965"/>
                <a:gd name="connsiteY37" fmla="*/ 193687 h 195900"/>
                <a:gd name="connsiteX38" fmla="*/ 238044 w 827965"/>
                <a:gd name="connsiteY38" fmla="*/ 2994 h 195900"/>
                <a:gd name="connsiteX39" fmla="*/ 286130 w 827965"/>
                <a:gd name="connsiteY39" fmla="*/ 2994 h 195900"/>
                <a:gd name="connsiteX40" fmla="*/ 332563 w 827965"/>
                <a:gd name="connsiteY40" fmla="*/ 51356 h 195900"/>
                <a:gd name="connsiteX41" fmla="*/ 332563 w 827965"/>
                <a:gd name="connsiteY41" fmla="*/ 64899 h 195900"/>
                <a:gd name="connsiteX42" fmla="*/ 316810 w 827965"/>
                <a:gd name="connsiteY42" fmla="*/ 98615 h 195900"/>
                <a:gd name="connsiteX43" fmla="*/ 332563 w 827965"/>
                <a:gd name="connsiteY43" fmla="*/ 132331 h 195900"/>
                <a:gd name="connsiteX44" fmla="*/ 332563 w 827965"/>
                <a:gd name="connsiteY44" fmla="*/ 193688 h 195900"/>
                <a:gd name="connsiteX45" fmla="*/ 301061 w 827965"/>
                <a:gd name="connsiteY45" fmla="*/ 193688 h 195900"/>
                <a:gd name="connsiteX46" fmla="*/ 301061 w 827965"/>
                <a:gd name="connsiteY46" fmla="*/ 134555 h 195900"/>
                <a:gd name="connsiteX47" fmla="*/ 284209 w 827965"/>
                <a:gd name="connsiteY47" fmla="*/ 113544 h 195900"/>
                <a:gd name="connsiteX48" fmla="*/ 269559 w 827965"/>
                <a:gd name="connsiteY48" fmla="*/ 113544 h 195900"/>
                <a:gd name="connsiteX49" fmla="*/ 269559 w 827965"/>
                <a:gd name="connsiteY49" fmla="*/ 193688 h 195900"/>
                <a:gd name="connsiteX50" fmla="*/ 238044 w 827965"/>
                <a:gd name="connsiteY50" fmla="*/ 193688 h 195900"/>
                <a:gd name="connsiteX51" fmla="*/ 115279 w 827965"/>
                <a:gd name="connsiteY51" fmla="*/ 2994 h 195900"/>
                <a:gd name="connsiteX52" fmla="*/ 218647 w 827965"/>
                <a:gd name="connsiteY52" fmla="*/ 2994 h 195900"/>
                <a:gd name="connsiteX53" fmla="*/ 218647 w 827965"/>
                <a:gd name="connsiteY53" fmla="*/ 31183 h 195900"/>
                <a:gd name="connsiteX54" fmla="*/ 182707 w 827965"/>
                <a:gd name="connsiteY54" fmla="*/ 31183 h 195900"/>
                <a:gd name="connsiteX55" fmla="*/ 182707 w 827965"/>
                <a:gd name="connsiteY55" fmla="*/ 193687 h 195900"/>
                <a:gd name="connsiteX56" fmla="*/ 151204 w 827965"/>
                <a:gd name="connsiteY56" fmla="*/ 193687 h 195900"/>
                <a:gd name="connsiteX57" fmla="*/ 151204 w 827965"/>
                <a:gd name="connsiteY57" fmla="*/ 31183 h 195900"/>
                <a:gd name="connsiteX58" fmla="*/ 115279 w 827965"/>
                <a:gd name="connsiteY58" fmla="*/ 31183 h 195900"/>
                <a:gd name="connsiteX59" fmla="*/ 0 w 827965"/>
                <a:gd name="connsiteY59" fmla="*/ 2994 h 195900"/>
                <a:gd name="connsiteX60" fmla="*/ 31502 w 827965"/>
                <a:gd name="connsiteY60" fmla="*/ 2994 h 195900"/>
                <a:gd name="connsiteX61" fmla="*/ 31502 w 827965"/>
                <a:gd name="connsiteY61" fmla="*/ 149469 h 195900"/>
                <a:gd name="connsiteX62" fmla="*/ 46988 w 827965"/>
                <a:gd name="connsiteY62" fmla="*/ 166044 h 195900"/>
                <a:gd name="connsiteX63" fmla="*/ 63017 w 827965"/>
                <a:gd name="connsiteY63" fmla="*/ 149469 h 195900"/>
                <a:gd name="connsiteX64" fmla="*/ 63017 w 827965"/>
                <a:gd name="connsiteY64" fmla="*/ 2994 h 195900"/>
                <a:gd name="connsiteX65" fmla="*/ 94519 w 827965"/>
                <a:gd name="connsiteY65" fmla="*/ 2994 h 195900"/>
                <a:gd name="connsiteX66" fmla="*/ 94519 w 827965"/>
                <a:gd name="connsiteY66" fmla="*/ 148370 h 195900"/>
                <a:gd name="connsiteX67" fmla="*/ 46988 w 827965"/>
                <a:gd name="connsiteY67" fmla="*/ 195900 h 195900"/>
                <a:gd name="connsiteX68" fmla="*/ 0 w 827965"/>
                <a:gd name="connsiteY68" fmla="*/ 149469 h 195900"/>
                <a:gd name="connsiteX69" fmla="*/ 529330 w 827965"/>
                <a:gd name="connsiteY69" fmla="*/ 0 h 195900"/>
                <a:gd name="connsiteX70" fmla="*/ 576594 w 827965"/>
                <a:gd name="connsiteY70" fmla="*/ 46434 h 195900"/>
                <a:gd name="connsiteX71" fmla="*/ 576594 w 827965"/>
                <a:gd name="connsiteY71" fmla="*/ 67438 h 195900"/>
                <a:gd name="connsiteX72" fmla="*/ 545092 w 827965"/>
                <a:gd name="connsiteY72" fmla="*/ 67438 h 195900"/>
                <a:gd name="connsiteX73" fmla="*/ 545092 w 827965"/>
                <a:gd name="connsiteY73" fmla="*/ 46434 h 195900"/>
                <a:gd name="connsiteX74" fmla="*/ 529330 w 827965"/>
                <a:gd name="connsiteY74" fmla="*/ 29577 h 195900"/>
                <a:gd name="connsiteX75" fmla="*/ 513577 w 827965"/>
                <a:gd name="connsiteY75" fmla="*/ 46434 h 195900"/>
                <a:gd name="connsiteX76" fmla="*/ 513577 w 827965"/>
                <a:gd name="connsiteY76" fmla="*/ 148697 h 195900"/>
                <a:gd name="connsiteX77" fmla="*/ 529330 w 827965"/>
                <a:gd name="connsiteY77" fmla="*/ 165274 h 195900"/>
                <a:gd name="connsiteX78" fmla="*/ 545092 w 827965"/>
                <a:gd name="connsiteY78" fmla="*/ 148697 h 195900"/>
                <a:gd name="connsiteX79" fmla="*/ 545092 w 827965"/>
                <a:gd name="connsiteY79" fmla="*/ 125480 h 195900"/>
                <a:gd name="connsiteX80" fmla="*/ 576594 w 827965"/>
                <a:gd name="connsiteY80" fmla="*/ 125480 h 195900"/>
                <a:gd name="connsiteX81" fmla="*/ 576594 w 827965"/>
                <a:gd name="connsiteY81" fmla="*/ 147604 h 195900"/>
                <a:gd name="connsiteX82" fmla="*/ 529330 w 827965"/>
                <a:gd name="connsiteY82" fmla="*/ 195131 h 195900"/>
                <a:gd name="connsiteX83" fmla="*/ 482075 w 827965"/>
                <a:gd name="connsiteY83" fmla="*/ 148697 h 195900"/>
                <a:gd name="connsiteX84" fmla="*/ 482075 w 827965"/>
                <a:gd name="connsiteY84" fmla="*/ 47545 h 195900"/>
                <a:gd name="connsiteX85" fmla="*/ 529330 w 827965"/>
                <a:gd name="connsiteY85" fmla="*/ 0 h 1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827965" h="195900">
                  <a:moveTo>
                    <a:pt x="269559" y="32287"/>
                  </a:moveTo>
                  <a:lnTo>
                    <a:pt x="269559" y="84242"/>
                  </a:lnTo>
                  <a:lnTo>
                    <a:pt x="284209" y="84242"/>
                  </a:lnTo>
                  <a:cubicBezTo>
                    <a:pt x="297735" y="84242"/>
                    <a:pt x="301061" y="76500"/>
                    <a:pt x="301061" y="62966"/>
                  </a:cubicBezTo>
                  <a:cubicBezTo>
                    <a:pt x="301061" y="62966"/>
                    <a:pt x="301061" y="53290"/>
                    <a:pt x="301061" y="53290"/>
                  </a:cubicBezTo>
                  <a:cubicBezTo>
                    <a:pt x="301061" y="39756"/>
                    <a:pt x="297735" y="32287"/>
                    <a:pt x="284209" y="32287"/>
                  </a:cubicBezTo>
                  <a:close/>
                  <a:moveTo>
                    <a:pt x="724610" y="2994"/>
                  </a:moveTo>
                  <a:cubicBezTo>
                    <a:pt x="724610" y="2994"/>
                    <a:pt x="827965" y="2994"/>
                    <a:pt x="827965" y="2994"/>
                  </a:cubicBezTo>
                  <a:lnTo>
                    <a:pt x="827965" y="31183"/>
                  </a:lnTo>
                  <a:lnTo>
                    <a:pt x="792049" y="31183"/>
                  </a:lnTo>
                  <a:lnTo>
                    <a:pt x="792049" y="193687"/>
                  </a:lnTo>
                  <a:lnTo>
                    <a:pt x="760535" y="193687"/>
                  </a:lnTo>
                  <a:lnTo>
                    <a:pt x="760535" y="31183"/>
                  </a:lnTo>
                  <a:lnTo>
                    <a:pt x="724610" y="31183"/>
                  </a:lnTo>
                  <a:close/>
                  <a:moveTo>
                    <a:pt x="609331" y="2994"/>
                  </a:moveTo>
                  <a:lnTo>
                    <a:pt x="640846" y="2994"/>
                  </a:lnTo>
                  <a:lnTo>
                    <a:pt x="640846" y="82026"/>
                  </a:lnTo>
                  <a:lnTo>
                    <a:pt x="672360" y="82026"/>
                  </a:lnTo>
                  <a:lnTo>
                    <a:pt x="672360" y="2994"/>
                  </a:lnTo>
                  <a:cubicBezTo>
                    <a:pt x="672360" y="2994"/>
                    <a:pt x="703862" y="2994"/>
                    <a:pt x="703862" y="2994"/>
                  </a:cubicBezTo>
                  <a:lnTo>
                    <a:pt x="703862" y="193687"/>
                  </a:lnTo>
                  <a:lnTo>
                    <a:pt x="672360" y="193687"/>
                  </a:lnTo>
                  <a:lnTo>
                    <a:pt x="672360" y="111345"/>
                  </a:lnTo>
                  <a:lnTo>
                    <a:pt x="640846" y="111345"/>
                  </a:lnTo>
                  <a:lnTo>
                    <a:pt x="640846" y="193687"/>
                  </a:lnTo>
                  <a:lnTo>
                    <a:pt x="609331" y="193687"/>
                  </a:lnTo>
                  <a:close/>
                  <a:moveTo>
                    <a:pt x="365300" y="2994"/>
                  </a:moveTo>
                  <a:cubicBezTo>
                    <a:pt x="365300" y="2994"/>
                    <a:pt x="450414" y="2994"/>
                    <a:pt x="450414" y="2994"/>
                  </a:cubicBezTo>
                  <a:lnTo>
                    <a:pt x="450414" y="32296"/>
                  </a:lnTo>
                  <a:lnTo>
                    <a:pt x="396788" y="32296"/>
                  </a:lnTo>
                  <a:lnTo>
                    <a:pt x="396788" y="82026"/>
                  </a:lnTo>
                  <a:lnTo>
                    <a:pt x="442135" y="82026"/>
                  </a:lnTo>
                  <a:lnTo>
                    <a:pt x="442135" y="111345"/>
                  </a:lnTo>
                  <a:lnTo>
                    <a:pt x="396788" y="111345"/>
                  </a:lnTo>
                  <a:lnTo>
                    <a:pt x="396788" y="164395"/>
                  </a:lnTo>
                  <a:lnTo>
                    <a:pt x="450414" y="164395"/>
                  </a:lnTo>
                  <a:lnTo>
                    <a:pt x="450414" y="193687"/>
                  </a:lnTo>
                  <a:lnTo>
                    <a:pt x="365300" y="193687"/>
                  </a:lnTo>
                  <a:close/>
                  <a:moveTo>
                    <a:pt x="238044" y="2994"/>
                  </a:moveTo>
                  <a:lnTo>
                    <a:pt x="286130" y="2994"/>
                  </a:lnTo>
                  <a:cubicBezTo>
                    <a:pt x="316810" y="2994"/>
                    <a:pt x="332563" y="20678"/>
                    <a:pt x="332563" y="51356"/>
                  </a:cubicBezTo>
                  <a:lnTo>
                    <a:pt x="332563" y="64899"/>
                  </a:lnTo>
                  <a:cubicBezTo>
                    <a:pt x="332563" y="81470"/>
                    <a:pt x="327596" y="92532"/>
                    <a:pt x="316810" y="98615"/>
                  </a:cubicBezTo>
                  <a:cubicBezTo>
                    <a:pt x="327596" y="104150"/>
                    <a:pt x="332563" y="114656"/>
                    <a:pt x="332563" y="132331"/>
                  </a:cubicBezTo>
                  <a:lnTo>
                    <a:pt x="332563" y="193688"/>
                  </a:lnTo>
                  <a:cubicBezTo>
                    <a:pt x="332563" y="193688"/>
                    <a:pt x="301061" y="193688"/>
                    <a:pt x="301061" y="193688"/>
                  </a:cubicBezTo>
                  <a:lnTo>
                    <a:pt x="301061" y="134555"/>
                  </a:lnTo>
                  <a:cubicBezTo>
                    <a:pt x="301061" y="120739"/>
                    <a:pt x="297735" y="113544"/>
                    <a:pt x="284209" y="113544"/>
                  </a:cubicBezTo>
                  <a:lnTo>
                    <a:pt x="269559" y="113544"/>
                  </a:lnTo>
                  <a:lnTo>
                    <a:pt x="269559" y="193688"/>
                  </a:lnTo>
                  <a:lnTo>
                    <a:pt x="238044" y="193688"/>
                  </a:lnTo>
                  <a:close/>
                  <a:moveTo>
                    <a:pt x="115279" y="2994"/>
                  </a:moveTo>
                  <a:cubicBezTo>
                    <a:pt x="115279" y="2994"/>
                    <a:pt x="218647" y="2994"/>
                    <a:pt x="218647" y="2994"/>
                  </a:cubicBezTo>
                  <a:lnTo>
                    <a:pt x="218647" y="31183"/>
                  </a:lnTo>
                  <a:lnTo>
                    <a:pt x="182707" y="31183"/>
                  </a:lnTo>
                  <a:lnTo>
                    <a:pt x="182707" y="193687"/>
                  </a:lnTo>
                  <a:lnTo>
                    <a:pt x="151204" y="193687"/>
                  </a:lnTo>
                  <a:lnTo>
                    <a:pt x="151204" y="31183"/>
                  </a:lnTo>
                  <a:lnTo>
                    <a:pt x="115279" y="31183"/>
                  </a:lnTo>
                  <a:close/>
                  <a:moveTo>
                    <a:pt x="0" y="2994"/>
                  </a:moveTo>
                  <a:lnTo>
                    <a:pt x="31502" y="2994"/>
                  </a:lnTo>
                  <a:lnTo>
                    <a:pt x="31502" y="149469"/>
                  </a:lnTo>
                  <a:cubicBezTo>
                    <a:pt x="31502" y="159971"/>
                    <a:pt x="37593" y="166044"/>
                    <a:pt x="46988" y="166044"/>
                  </a:cubicBezTo>
                  <a:cubicBezTo>
                    <a:pt x="56659" y="166044"/>
                    <a:pt x="63017" y="159971"/>
                    <a:pt x="63017" y="149469"/>
                  </a:cubicBezTo>
                  <a:lnTo>
                    <a:pt x="63017" y="2994"/>
                  </a:lnTo>
                  <a:lnTo>
                    <a:pt x="94519" y="2994"/>
                  </a:lnTo>
                  <a:lnTo>
                    <a:pt x="94519" y="148370"/>
                  </a:lnTo>
                  <a:cubicBezTo>
                    <a:pt x="94519" y="179860"/>
                    <a:pt x="73523" y="195900"/>
                    <a:pt x="46988" y="195900"/>
                  </a:cubicBezTo>
                  <a:cubicBezTo>
                    <a:pt x="20995" y="195900"/>
                    <a:pt x="0" y="179860"/>
                    <a:pt x="0" y="149469"/>
                  </a:cubicBezTo>
                  <a:close/>
                  <a:moveTo>
                    <a:pt x="529330" y="0"/>
                  </a:moveTo>
                  <a:cubicBezTo>
                    <a:pt x="555585" y="0"/>
                    <a:pt x="576594" y="15764"/>
                    <a:pt x="576594" y="46434"/>
                  </a:cubicBezTo>
                  <a:lnTo>
                    <a:pt x="576594" y="67438"/>
                  </a:lnTo>
                  <a:lnTo>
                    <a:pt x="545092" y="67438"/>
                  </a:lnTo>
                  <a:lnTo>
                    <a:pt x="545092" y="46434"/>
                  </a:lnTo>
                  <a:cubicBezTo>
                    <a:pt x="545092" y="35937"/>
                    <a:pt x="539001" y="29577"/>
                    <a:pt x="529330" y="29577"/>
                  </a:cubicBezTo>
                  <a:cubicBezTo>
                    <a:pt x="519659" y="29577"/>
                    <a:pt x="513577" y="35937"/>
                    <a:pt x="513577" y="46434"/>
                  </a:cubicBezTo>
                  <a:lnTo>
                    <a:pt x="513577" y="148697"/>
                  </a:lnTo>
                  <a:cubicBezTo>
                    <a:pt x="513577" y="159204"/>
                    <a:pt x="519659" y="165274"/>
                    <a:pt x="529330" y="165274"/>
                  </a:cubicBezTo>
                  <a:cubicBezTo>
                    <a:pt x="539001" y="165274"/>
                    <a:pt x="545092" y="159204"/>
                    <a:pt x="545092" y="148697"/>
                  </a:cubicBezTo>
                  <a:lnTo>
                    <a:pt x="545092" y="125480"/>
                  </a:lnTo>
                  <a:lnTo>
                    <a:pt x="576594" y="125480"/>
                  </a:lnTo>
                  <a:lnTo>
                    <a:pt x="576594" y="147604"/>
                  </a:lnTo>
                  <a:cubicBezTo>
                    <a:pt x="576594" y="179087"/>
                    <a:pt x="555585" y="195131"/>
                    <a:pt x="529330" y="195131"/>
                  </a:cubicBezTo>
                  <a:cubicBezTo>
                    <a:pt x="503070" y="195131"/>
                    <a:pt x="482075" y="179087"/>
                    <a:pt x="482075" y="148697"/>
                  </a:cubicBezTo>
                  <a:lnTo>
                    <a:pt x="482075" y="47545"/>
                  </a:lnTo>
                  <a:cubicBezTo>
                    <a:pt x="482075" y="15764"/>
                    <a:pt x="503070" y="0"/>
                    <a:pt x="529330" y="0"/>
                  </a:cubicBezTo>
                  <a:close/>
                </a:path>
              </a:pathLst>
            </a:custGeom>
            <a:solidFill>
              <a:srgbClr val="ED0010"/>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pic>
        <p:nvPicPr>
          <p:cNvPr id="33" name="Afbeelding 32">
            <a:extLst>
              <a:ext uri="{FF2B5EF4-FFF2-40B4-BE49-F238E27FC236}">
                <a16:creationId xmlns:a16="http://schemas.microsoft.com/office/drawing/2014/main" id="{0B7CBC4C-048C-2C49-8987-78155E5E9E0C}"/>
              </a:ext>
            </a:extLst>
          </p:cNvPr>
          <p:cNvPicPr>
            <a:picLocks noChangeAspect="1"/>
          </p:cNvPicPr>
          <p:nvPr userDrawn="1"/>
        </p:nvPicPr>
        <p:blipFill>
          <a:blip r:embed="rId2"/>
          <a:stretch>
            <a:fillRect/>
          </a:stretch>
        </p:blipFill>
        <p:spPr>
          <a:xfrm>
            <a:off x="10386000" y="6004800"/>
            <a:ext cx="1269755" cy="464400"/>
          </a:xfrm>
          <a:prstGeom prst="rect">
            <a:avLst/>
          </a:prstGeom>
        </p:spPr>
      </p:pic>
    </p:spTree>
    <p:extLst>
      <p:ext uri="{BB962C8B-B14F-4D97-AF65-F5344CB8AC3E}">
        <p14:creationId xmlns:p14="http://schemas.microsoft.com/office/powerpoint/2010/main" val="103164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_left_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6600825" y="692150"/>
            <a:ext cx="5040313" cy="1314450"/>
          </a:xfrm>
        </p:spPr>
        <p:txBody>
          <a:bodyPr anchor="t"/>
          <a:lstStyle/>
          <a:p>
            <a:r>
              <a:rPr lang="nl-NL"/>
              <a:t>Klik om stijl te bewerken</a:t>
            </a:r>
            <a:endParaRPr lang="en-US"/>
          </a:p>
        </p:txBody>
      </p:sp>
      <p:grpSp>
        <p:nvGrpSpPr>
          <p:cNvPr id="5" name="Group 4">
            <a:extLst>
              <a:ext uri="{FF2B5EF4-FFF2-40B4-BE49-F238E27FC236}">
                <a16:creationId xmlns:a16="http://schemas.microsoft.com/office/drawing/2014/main" id="{592F9012-E1D2-4A4D-BAEB-24040D8D491C}"/>
              </a:ext>
            </a:extLst>
          </p:cNvPr>
          <p:cNvGrpSpPr/>
          <p:nvPr userDrawn="1"/>
        </p:nvGrpSpPr>
        <p:grpSpPr>
          <a:xfrm>
            <a:off x="11496599" y="332656"/>
            <a:ext cx="407012" cy="348834"/>
            <a:chOff x="11496599" y="332656"/>
            <a:chExt cx="407012" cy="348834"/>
          </a:xfrm>
        </p:grpSpPr>
        <p:sp>
          <p:nvSpPr>
            <p:cNvPr id="13" name="Freeform 12">
              <a:extLst>
                <a:ext uri="{FF2B5EF4-FFF2-40B4-BE49-F238E27FC236}">
                  <a16:creationId xmlns:a16="http://schemas.microsoft.com/office/drawing/2014/main" id="{26019297-87CF-E441-94AE-A7404D0DD5EF}"/>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2" name="Shape">
              <a:extLst>
                <a:ext uri="{FF2B5EF4-FFF2-40B4-BE49-F238E27FC236}">
                  <a16:creationId xmlns:a16="http://schemas.microsoft.com/office/drawing/2014/main" id="{5602B6CB-0F5B-6444-9846-E680D97AFF53}"/>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10" name="Picture Placeholder 9">
            <a:extLst>
              <a:ext uri="{FF2B5EF4-FFF2-40B4-BE49-F238E27FC236}">
                <a16:creationId xmlns:a16="http://schemas.microsoft.com/office/drawing/2014/main" id="{8A7874EF-FE7D-F04C-ABDF-E7C02DDBC0A5}"/>
              </a:ext>
            </a:extLst>
          </p:cNvPr>
          <p:cNvSpPr>
            <a:spLocks noGrp="1"/>
          </p:cNvSpPr>
          <p:nvPr>
            <p:ph type="pic" sz="quarter" idx="10"/>
          </p:nvPr>
        </p:nvSpPr>
        <p:spPr>
          <a:xfrm>
            <a:off x="0" y="0"/>
            <a:ext cx="6096000" cy="6858000"/>
          </a:xfrm>
          <a:solidFill>
            <a:schemeClr val="bg2"/>
          </a:solidFill>
          <a:ln>
            <a:noFill/>
          </a:ln>
        </p:spPr>
        <p:txBody>
          <a:bodyPr/>
          <a:lstStyle/>
          <a:p>
            <a:r>
              <a:rPr lang="nl-NL"/>
              <a:t>Klik op het pictogram als u een afbeelding wilt toevoegen</a:t>
            </a:r>
            <a:endParaRPr lang="en-US"/>
          </a:p>
        </p:txBody>
      </p:sp>
      <p:sp>
        <p:nvSpPr>
          <p:cNvPr id="15" name="Text Placeholder 14">
            <a:extLst>
              <a:ext uri="{FF2B5EF4-FFF2-40B4-BE49-F238E27FC236}">
                <a16:creationId xmlns:a16="http://schemas.microsoft.com/office/drawing/2014/main" id="{6ACFE078-C496-3343-A578-AA6B40937CED}"/>
              </a:ext>
            </a:extLst>
          </p:cNvPr>
          <p:cNvSpPr>
            <a:spLocks noGrp="1"/>
          </p:cNvSpPr>
          <p:nvPr>
            <p:ph type="body" sz="quarter" idx="11"/>
          </p:nvPr>
        </p:nvSpPr>
        <p:spPr>
          <a:xfrm>
            <a:off x="6600825" y="2349500"/>
            <a:ext cx="5040313" cy="4103688"/>
          </a:xfrm>
        </p:spPr>
        <p:txBody>
          <a:bodyPr/>
          <a:lstStyle/>
          <a:p>
            <a:pPr lvl="0"/>
            <a:r>
              <a:rPr lang="nl-NL"/>
              <a:t>Klikken om de tekststijl van het model te bewerken</a:t>
            </a:r>
          </a:p>
        </p:txBody>
      </p:sp>
      <p:sp>
        <p:nvSpPr>
          <p:cNvPr id="3" name="Tijdelijke aanduiding voor datum 2">
            <a:extLst>
              <a:ext uri="{FF2B5EF4-FFF2-40B4-BE49-F238E27FC236}">
                <a16:creationId xmlns:a16="http://schemas.microsoft.com/office/drawing/2014/main" id="{32EA9D2E-182E-EC4B-9BF7-CB26507DD590}"/>
              </a:ext>
            </a:extLst>
          </p:cNvPr>
          <p:cNvSpPr>
            <a:spLocks noGrp="1"/>
          </p:cNvSpPr>
          <p:nvPr>
            <p:ph type="dt" sz="half" idx="12"/>
          </p:nvPr>
        </p:nvSpPr>
        <p:spPr/>
        <p:txBody>
          <a:bodyPr/>
          <a:lstStyle/>
          <a:p>
            <a:fld id="{C2F9C46C-5723-CC43-9C75-D5037133D0C8}" type="datetime4">
              <a:rPr lang="nl-NL" smtClean="0"/>
              <a:t>26 augustus 2025</a:t>
            </a:fld>
            <a:endParaRPr lang="en-US"/>
          </a:p>
        </p:txBody>
      </p:sp>
      <p:sp>
        <p:nvSpPr>
          <p:cNvPr id="4" name="Tijdelijke aanduiding voor voettekst 3">
            <a:extLst>
              <a:ext uri="{FF2B5EF4-FFF2-40B4-BE49-F238E27FC236}">
                <a16:creationId xmlns:a16="http://schemas.microsoft.com/office/drawing/2014/main" id="{E928B1D3-F593-BA4C-8303-900D4E0FEF97}"/>
              </a:ext>
            </a:extLst>
          </p:cNvPr>
          <p:cNvSpPr>
            <a:spLocks noGrp="1"/>
          </p:cNvSpPr>
          <p:nvPr>
            <p:ph type="ftr" sz="quarter" idx="13"/>
          </p:nvPr>
        </p:nvSpPr>
        <p:spPr/>
        <p:txBody>
          <a:bodyPr/>
          <a:lstStyle/>
          <a:p>
            <a:r>
              <a:rPr lang="nl-NL" noProof="0"/>
              <a:t>NAAM PRESENTATIE</a:t>
            </a:r>
          </a:p>
        </p:txBody>
      </p:sp>
      <p:sp>
        <p:nvSpPr>
          <p:cNvPr id="6" name="Tijdelijke aanduiding voor dianummer 5">
            <a:extLst>
              <a:ext uri="{FF2B5EF4-FFF2-40B4-BE49-F238E27FC236}">
                <a16:creationId xmlns:a16="http://schemas.microsoft.com/office/drawing/2014/main" id="{FCD00B8C-4682-D04B-9F8F-84887ED23537}"/>
              </a:ext>
            </a:extLst>
          </p:cNvPr>
          <p:cNvSpPr>
            <a:spLocks noGrp="1"/>
          </p:cNvSpPr>
          <p:nvPr>
            <p:ph type="sldNum" sz="quarter" idx="14"/>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414380809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4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_right_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552418" y="692150"/>
            <a:ext cx="5038758" cy="1314450"/>
          </a:xfrm>
        </p:spPr>
        <p:txBody>
          <a:bodyPr anchor="t"/>
          <a:lstStyle/>
          <a:p>
            <a:r>
              <a:rPr lang="nl-NL"/>
              <a:t>Klik om stijl te bewerken</a:t>
            </a:r>
            <a:endParaRPr lang="en-US"/>
          </a:p>
        </p:txBody>
      </p:sp>
      <p:grpSp>
        <p:nvGrpSpPr>
          <p:cNvPr id="5" name="Group 4">
            <a:extLst>
              <a:ext uri="{FF2B5EF4-FFF2-40B4-BE49-F238E27FC236}">
                <a16:creationId xmlns:a16="http://schemas.microsoft.com/office/drawing/2014/main" id="{6FC5071E-DEB1-5349-80F8-FD30600D1A4F}"/>
              </a:ext>
            </a:extLst>
          </p:cNvPr>
          <p:cNvGrpSpPr/>
          <p:nvPr userDrawn="1"/>
        </p:nvGrpSpPr>
        <p:grpSpPr>
          <a:xfrm>
            <a:off x="11496600" y="332656"/>
            <a:ext cx="407011" cy="348834"/>
            <a:chOff x="11496600" y="332656"/>
            <a:chExt cx="407011" cy="348834"/>
          </a:xfrm>
        </p:grpSpPr>
        <p:sp>
          <p:nvSpPr>
            <p:cNvPr id="9" name="Shape">
              <a:extLst>
                <a:ext uri="{FF2B5EF4-FFF2-40B4-BE49-F238E27FC236}">
                  <a16:creationId xmlns:a16="http://schemas.microsoft.com/office/drawing/2014/main" id="{2CE958C3-F4D3-E843-A6D4-76DFB2C4A023}"/>
                </a:ext>
              </a:extLst>
            </p:cNvPr>
            <p:cNvSpPr/>
            <p:nvPr userDrawn="1"/>
          </p:nvSpPr>
          <p:spPr>
            <a:xfrm>
              <a:off x="11612917" y="332656"/>
              <a:ext cx="58111" cy="1452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lumMod val="9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0" name="Shape">
              <a:extLst>
                <a:ext uri="{FF2B5EF4-FFF2-40B4-BE49-F238E27FC236}">
                  <a16:creationId xmlns:a16="http://schemas.microsoft.com/office/drawing/2014/main" id="{50EE41ED-CA76-C74A-8CAC-C076B914ED93}"/>
                </a:ext>
              </a:extLst>
            </p:cNvPr>
            <p:cNvSpPr/>
            <p:nvPr userDrawn="1"/>
          </p:nvSpPr>
          <p:spPr>
            <a:xfrm>
              <a:off x="11612917" y="536212"/>
              <a:ext cx="58111" cy="14527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lumMod val="9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1" name="Shape">
              <a:extLst>
                <a:ext uri="{FF2B5EF4-FFF2-40B4-BE49-F238E27FC236}">
                  <a16:creationId xmlns:a16="http://schemas.microsoft.com/office/drawing/2014/main" id="{F31FC9A2-F74A-1440-9A97-A7C3850470E9}"/>
                </a:ext>
              </a:extLst>
            </p:cNvPr>
            <p:cNvSpPr/>
            <p:nvPr userDrawn="1"/>
          </p:nvSpPr>
          <p:spPr>
            <a:xfrm>
              <a:off x="11496600" y="332656"/>
              <a:ext cx="58111" cy="3486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lumMod val="9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2" name="Shape">
              <a:extLst>
                <a:ext uri="{FF2B5EF4-FFF2-40B4-BE49-F238E27FC236}">
                  <a16:creationId xmlns:a16="http://schemas.microsoft.com/office/drawing/2014/main" id="{5602B6CB-0F5B-6444-9846-E680D97AFF53}"/>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tx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7" name="Picture Placeholder 6">
            <a:extLst>
              <a:ext uri="{FF2B5EF4-FFF2-40B4-BE49-F238E27FC236}">
                <a16:creationId xmlns:a16="http://schemas.microsoft.com/office/drawing/2014/main" id="{99138128-17AB-854A-87C5-474124C4B4CA}"/>
              </a:ext>
            </a:extLst>
          </p:cNvPr>
          <p:cNvSpPr>
            <a:spLocks noGrp="1"/>
          </p:cNvSpPr>
          <p:nvPr>
            <p:ph type="pic" sz="quarter" idx="10"/>
          </p:nvPr>
        </p:nvSpPr>
        <p:spPr>
          <a:xfrm>
            <a:off x="6096000" y="0"/>
            <a:ext cx="6096000" cy="6858000"/>
          </a:xfrm>
          <a:solidFill>
            <a:schemeClr val="bg2"/>
          </a:solidFill>
        </p:spPr>
        <p:txBody>
          <a:bodyPr/>
          <a:lstStyle/>
          <a:p>
            <a:r>
              <a:rPr lang="nl-NL"/>
              <a:t>Klik op het pictogram als u een afbeelding wilt toevoegen</a:t>
            </a:r>
            <a:endParaRPr lang="en-US"/>
          </a:p>
        </p:txBody>
      </p:sp>
      <p:sp>
        <p:nvSpPr>
          <p:cNvPr id="13" name="Text Placeholder 12">
            <a:extLst>
              <a:ext uri="{FF2B5EF4-FFF2-40B4-BE49-F238E27FC236}">
                <a16:creationId xmlns:a16="http://schemas.microsoft.com/office/drawing/2014/main" id="{430FADE4-92C6-9246-81A9-6C011B4915DF}"/>
              </a:ext>
            </a:extLst>
          </p:cNvPr>
          <p:cNvSpPr>
            <a:spLocks noGrp="1"/>
          </p:cNvSpPr>
          <p:nvPr>
            <p:ph type="body" sz="quarter" idx="11"/>
          </p:nvPr>
        </p:nvSpPr>
        <p:spPr>
          <a:xfrm>
            <a:off x="550863" y="2349500"/>
            <a:ext cx="5040312" cy="4103688"/>
          </a:xfrm>
        </p:spPr>
        <p:txBody>
          <a:bodyPr/>
          <a:lstStyle/>
          <a:p>
            <a:pPr lvl="0"/>
            <a:r>
              <a:rPr lang="nl-NL"/>
              <a:t>Klikken om de tekststijl van het model te bewerken</a:t>
            </a:r>
          </a:p>
        </p:txBody>
      </p:sp>
      <p:sp>
        <p:nvSpPr>
          <p:cNvPr id="3" name="Tijdelijke aanduiding voor datum 2">
            <a:extLst>
              <a:ext uri="{FF2B5EF4-FFF2-40B4-BE49-F238E27FC236}">
                <a16:creationId xmlns:a16="http://schemas.microsoft.com/office/drawing/2014/main" id="{753B78A0-FC1E-0141-B817-97FE1F17C6EA}"/>
              </a:ext>
            </a:extLst>
          </p:cNvPr>
          <p:cNvSpPr>
            <a:spLocks noGrp="1"/>
          </p:cNvSpPr>
          <p:nvPr>
            <p:ph type="dt" sz="half" idx="12"/>
          </p:nvPr>
        </p:nvSpPr>
        <p:spPr/>
        <p:txBody>
          <a:bodyPr/>
          <a:lstStyle/>
          <a:p>
            <a:fld id="{7682049D-560B-8646-98EF-794D8133C957}" type="datetime4">
              <a:rPr lang="nl-NL" smtClean="0"/>
              <a:t>26 augustus 2025</a:t>
            </a:fld>
            <a:endParaRPr lang="en-US"/>
          </a:p>
        </p:txBody>
      </p:sp>
      <p:sp>
        <p:nvSpPr>
          <p:cNvPr id="4" name="Tijdelijke aanduiding voor voettekst 3">
            <a:extLst>
              <a:ext uri="{FF2B5EF4-FFF2-40B4-BE49-F238E27FC236}">
                <a16:creationId xmlns:a16="http://schemas.microsoft.com/office/drawing/2014/main" id="{8CE54B19-EE2B-4846-A5C8-74DE37E7ECE4}"/>
              </a:ext>
            </a:extLst>
          </p:cNvPr>
          <p:cNvSpPr>
            <a:spLocks noGrp="1"/>
          </p:cNvSpPr>
          <p:nvPr>
            <p:ph type="ftr" sz="quarter" idx="13"/>
          </p:nvPr>
        </p:nvSpPr>
        <p:spPr/>
        <p:txBody>
          <a:bodyPr/>
          <a:lstStyle/>
          <a:p>
            <a:r>
              <a:rPr lang="en-US"/>
              <a:t>NAAM PRESENTATIE</a:t>
            </a:r>
          </a:p>
        </p:txBody>
      </p:sp>
      <p:sp>
        <p:nvSpPr>
          <p:cNvPr id="6" name="Tijdelijke aanduiding voor dianummer 5">
            <a:extLst>
              <a:ext uri="{FF2B5EF4-FFF2-40B4-BE49-F238E27FC236}">
                <a16:creationId xmlns:a16="http://schemas.microsoft.com/office/drawing/2014/main" id="{41590203-F9A0-5549-A201-0A9C895BAB5A}"/>
              </a:ext>
            </a:extLst>
          </p:cNvPr>
          <p:cNvSpPr>
            <a:spLocks noGrp="1"/>
          </p:cNvSpPr>
          <p:nvPr>
            <p:ph type="sldNum" sz="quarter" idx="14"/>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1751946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_collage_right_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550863" y="692150"/>
            <a:ext cx="5033504" cy="1314450"/>
          </a:xfrm>
        </p:spPr>
        <p:txBody>
          <a:bodyPr anchor="t"/>
          <a:lstStyle/>
          <a:p>
            <a:r>
              <a:rPr lang="nl-NL"/>
              <a:t>Klik om stijl te bewerken</a:t>
            </a:r>
            <a:endParaRPr lang="en-US"/>
          </a:p>
        </p:txBody>
      </p:sp>
      <p:sp>
        <p:nvSpPr>
          <p:cNvPr id="8" name="Picture Placeholder 7">
            <a:extLst>
              <a:ext uri="{FF2B5EF4-FFF2-40B4-BE49-F238E27FC236}">
                <a16:creationId xmlns:a16="http://schemas.microsoft.com/office/drawing/2014/main" id="{4DDF8DD8-B4BE-884D-9348-A13EF7B82518}"/>
              </a:ext>
            </a:extLst>
          </p:cNvPr>
          <p:cNvSpPr>
            <a:spLocks noGrp="1"/>
          </p:cNvSpPr>
          <p:nvPr>
            <p:ph type="pic" sz="quarter" idx="10"/>
          </p:nvPr>
        </p:nvSpPr>
        <p:spPr>
          <a:xfrm>
            <a:off x="6096000" y="908720"/>
            <a:ext cx="5545138" cy="2520280"/>
          </a:xfrm>
          <a:solidFill>
            <a:schemeClr val="bg2"/>
          </a:solidFill>
          <a:ln>
            <a:noFill/>
          </a:ln>
        </p:spPr>
        <p:txBody>
          <a:bodyPr/>
          <a:lstStyle/>
          <a:p>
            <a:r>
              <a:rPr lang="nl-NL"/>
              <a:t>Klik op het pictogram als u een afbeelding wilt toevoegen</a:t>
            </a:r>
            <a:endParaRPr lang="en-US"/>
          </a:p>
        </p:txBody>
      </p:sp>
      <p:sp>
        <p:nvSpPr>
          <p:cNvPr id="13" name="Picture Placeholder 7">
            <a:extLst>
              <a:ext uri="{FF2B5EF4-FFF2-40B4-BE49-F238E27FC236}">
                <a16:creationId xmlns:a16="http://schemas.microsoft.com/office/drawing/2014/main" id="{907CF019-3479-9447-B7A3-3BB1574D729C}"/>
              </a:ext>
            </a:extLst>
          </p:cNvPr>
          <p:cNvSpPr>
            <a:spLocks noGrp="1"/>
          </p:cNvSpPr>
          <p:nvPr>
            <p:ph type="pic" sz="quarter" idx="11"/>
          </p:nvPr>
        </p:nvSpPr>
        <p:spPr>
          <a:xfrm>
            <a:off x="6096000" y="3501008"/>
            <a:ext cx="2736000" cy="2664000"/>
          </a:xfrm>
          <a:solidFill>
            <a:schemeClr val="bg2"/>
          </a:solidFill>
          <a:ln>
            <a:noFill/>
          </a:ln>
        </p:spPr>
        <p:txBody>
          <a:bodyPr/>
          <a:lstStyle/>
          <a:p>
            <a:r>
              <a:rPr lang="nl-NL"/>
              <a:t>Klik op het pictogram als u een afbeelding wilt toevoegen</a:t>
            </a:r>
            <a:endParaRPr lang="en-US"/>
          </a:p>
        </p:txBody>
      </p:sp>
      <p:sp>
        <p:nvSpPr>
          <p:cNvPr id="14" name="Picture Placeholder 7">
            <a:extLst>
              <a:ext uri="{FF2B5EF4-FFF2-40B4-BE49-F238E27FC236}">
                <a16:creationId xmlns:a16="http://schemas.microsoft.com/office/drawing/2014/main" id="{6F3DD345-C10C-C149-9489-9D9A51AEECD0}"/>
              </a:ext>
            </a:extLst>
          </p:cNvPr>
          <p:cNvSpPr>
            <a:spLocks noGrp="1"/>
          </p:cNvSpPr>
          <p:nvPr>
            <p:ph type="pic" sz="quarter" idx="12"/>
          </p:nvPr>
        </p:nvSpPr>
        <p:spPr>
          <a:xfrm>
            <a:off x="8908943" y="3501008"/>
            <a:ext cx="2736304" cy="2664000"/>
          </a:xfrm>
          <a:solidFill>
            <a:schemeClr val="bg2"/>
          </a:solidFill>
          <a:ln>
            <a:noFill/>
          </a:ln>
        </p:spPr>
        <p:txBody>
          <a:bodyPr/>
          <a:lstStyle/>
          <a:p>
            <a:r>
              <a:rPr lang="nl-NL"/>
              <a:t>Klik op het pictogram als u een afbeelding wilt toevoegen</a:t>
            </a:r>
            <a:endParaRPr lang="en-US"/>
          </a:p>
        </p:txBody>
      </p:sp>
      <p:sp>
        <p:nvSpPr>
          <p:cNvPr id="16" name="Text Placeholder 15">
            <a:extLst>
              <a:ext uri="{FF2B5EF4-FFF2-40B4-BE49-F238E27FC236}">
                <a16:creationId xmlns:a16="http://schemas.microsoft.com/office/drawing/2014/main" id="{547322C9-DDCC-2147-8AFD-E3A0DC5404FE}"/>
              </a:ext>
            </a:extLst>
          </p:cNvPr>
          <p:cNvSpPr>
            <a:spLocks noGrp="1"/>
          </p:cNvSpPr>
          <p:nvPr>
            <p:ph type="body" sz="quarter" idx="13"/>
          </p:nvPr>
        </p:nvSpPr>
        <p:spPr>
          <a:xfrm>
            <a:off x="550863" y="2349500"/>
            <a:ext cx="5040312" cy="4103688"/>
          </a:xfrm>
        </p:spPr>
        <p:txBody>
          <a:bodyPr/>
          <a:lstStyle/>
          <a:p>
            <a:pPr lvl="0"/>
            <a:r>
              <a:rPr lang="nl-NL"/>
              <a:t>Klikken om de tekststijl van het model te bewerken</a:t>
            </a:r>
          </a:p>
        </p:txBody>
      </p:sp>
      <p:sp>
        <p:nvSpPr>
          <p:cNvPr id="3" name="Tijdelijke aanduiding voor datum 2">
            <a:extLst>
              <a:ext uri="{FF2B5EF4-FFF2-40B4-BE49-F238E27FC236}">
                <a16:creationId xmlns:a16="http://schemas.microsoft.com/office/drawing/2014/main" id="{23743E62-9109-A44A-99B2-C4E637F5CC7F}"/>
              </a:ext>
            </a:extLst>
          </p:cNvPr>
          <p:cNvSpPr>
            <a:spLocks noGrp="1"/>
          </p:cNvSpPr>
          <p:nvPr>
            <p:ph type="dt" sz="half" idx="14"/>
          </p:nvPr>
        </p:nvSpPr>
        <p:spPr/>
        <p:txBody>
          <a:bodyPr/>
          <a:lstStyle/>
          <a:p>
            <a:fld id="{68F34C36-C91D-A741-B58A-291F165BA1AF}" type="datetime4">
              <a:rPr lang="nl-NL" smtClean="0"/>
              <a:t>26 augustus 2025</a:t>
            </a:fld>
            <a:endParaRPr lang="en-US"/>
          </a:p>
        </p:txBody>
      </p:sp>
      <p:sp>
        <p:nvSpPr>
          <p:cNvPr id="4" name="Tijdelijke aanduiding voor voettekst 3">
            <a:extLst>
              <a:ext uri="{FF2B5EF4-FFF2-40B4-BE49-F238E27FC236}">
                <a16:creationId xmlns:a16="http://schemas.microsoft.com/office/drawing/2014/main" id="{497F21C7-50D3-CD45-88ED-579D6E082AC6}"/>
              </a:ext>
            </a:extLst>
          </p:cNvPr>
          <p:cNvSpPr>
            <a:spLocks noGrp="1"/>
          </p:cNvSpPr>
          <p:nvPr>
            <p:ph type="ftr" sz="quarter" idx="15"/>
          </p:nvPr>
        </p:nvSpPr>
        <p:spPr/>
        <p:txBody>
          <a:bodyPr/>
          <a:lstStyle/>
          <a:p>
            <a:r>
              <a:rPr lang="nl-NL" noProof="0"/>
              <a:t>NAAM PRESENTATIE</a:t>
            </a:r>
          </a:p>
        </p:txBody>
      </p:sp>
      <p:sp>
        <p:nvSpPr>
          <p:cNvPr id="5" name="Tijdelijke aanduiding voor dianummer 4">
            <a:extLst>
              <a:ext uri="{FF2B5EF4-FFF2-40B4-BE49-F238E27FC236}">
                <a16:creationId xmlns:a16="http://schemas.microsoft.com/office/drawing/2014/main" id="{8EF93A16-95D0-E04A-A711-60716068B8A0}"/>
              </a:ext>
            </a:extLst>
          </p:cNvPr>
          <p:cNvSpPr>
            <a:spLocks noGrp="1"/>
          </p:cNvSpPr>
          <p:nvPr>
            <p:ph type="sldNum" sz="quarter" idx="16"/>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3625033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6F0D-009B-7542-AC3B-814A02441073}"/>
              </a:ext>
            </a:extLst>
          </p:cNvPr>
          <p:cNvSpPr>
            <a:spLocks noGrp="1"/>
          </p:cNvSpPr>
          <p:nvPr>
            <p:ph type="title" hasCustomPrompt="1"/>
          </p:nvPr>
        </p:nvSpPr>
        <p:spPr>
          <a:xfrm>
            <a:off x="550862" y="3123957"/>
            <a:ext cx="11090275" cy="2088232"/>
          </a:xfrm>
        </p:spPr>
        <p:txBody>
          <a:bodyPr anchor="t">
            <a:noAutofit/>
          </a:bodyPr>
          <a:lstStyle>
            <a:lvl1pPr>
              <a:lnSpc>
                <a:spcPct val="100000"/>
              </a:lnSpc>
              <a:defRPr>
                <a:solidFill>
                  <a:schemeClr val="bg1"/>
                </a:solidFill>
              </a:defRPr>
            </a:lvl1pPr>
          </a:lstStyle>
          <a:p>
            <a:r>
              <a:rPr lang="nl-NL" noProof="0"/>
              <a:t>Click </a:t>
            </a:r>
            <a:r>
              <a:rPr lang="nl-NL" noProof="0" err="1"/>
              <a:t>to</a:t>
            </a:r>
            <a:r>
              <a:rPr lang="nl-NL" noProof="0"/>
              <a:t> </a:t>
            </a:r>
            <a:r>
              <a:rPr lang="nl-NL" noProof="0" err="1"/>
              <a:t>edit</a:t>
            </a:r>
            <a:r>
              <a:rPr lang="nl-NL" noProof="0"/>
              <a:t> Master </a:t>
            </a:r>
            <a:br>
              <a:rPr lang="nl-NL" noProof="0"/>
            </a:br>
            <a:r>
              <a:rPr lang="nl-NL" noProof="0" err="1"/>
              <a:t>title</a:t>
            </a:r>
            <a:r>
              <a:rPr lang="nl-NL" noProof="0"/>
              <a:t> </a:t>
            </a:r>
            <a:r>
              <a:rPr lang="nl-NL" noProof="0" err="1"/>
              <a:t>style</a:t>
            </a:r>
            <a:endParaRPr lang="nl-NL" noProof="0"/>
          </a:p>
        </p:txBody>
      </p:sp>
      <p:sp>
        <p:nvSpPr>
          <p:cNvPr id="14" name="Text Placeholder 13">
            <a:extLst>
              <a:ext uri="{FF2B5EF4-FFF2-40B4-BE49-F238E27FC236}">
                <a16:creationId xmlns:a16="http://schemas.microsoft.com/office/drawing/2014/main" id="{FA7084ED-CEC5-CB4D-B500-E23F297B17AF}"/>
              </a:ext>
            </a:extLst>
          </p:cNvPr>
          <p:cNvSpPr>
            <a:spLocks noGrp="1"/>
          </p:cNvSpPr>
          <p:nvPr>
            <p:ph type="body" sz="quarter" idx="10" hasCustomPrompt="1"/>
          </p:nvPr>
        </p:nvSpPr>
        <p:spPr>
          <a:xfrm>
            <a:off x="550862" y="2311874"/>
            <a:ext cx="839117" cy="935037"/>
          </a:xfrm>
        </p:spPr>
        <p:txBody>
          <a:bodyPr>
            <a:normAutofit/>
          </a:bodyPr>
          <a:lstStyle>
            <a:lvl1pPr>
              <a:defRPr sz="5500" b="1" i="0">
                <a:solidFill>
                  <a:schemeClr val="bg1"/>
                </a:solidFill>
                <a:latin typeface="Arial Black" panose="020B0604020202020204" pitchFamily="34" charset="0"/>
              </a:defRPr>
            </a:lvl1pPr>
          </a:lstStyle>
          <a:p>
            <a:pPr lvl="0"/>
            <a:r>
              <a:rPr lang="nl-NL" noProof="0"/>
              <a:t>#.</a:t>
            </a:r>
          </a:p>
        </p:txBody>
      </p:sp>
      <p:grpSp>
        <p:nvGrpSpPr>
          <p:cNvPr id="3" name="Group 2">
            <a:extLst>
              <a:ext uri="{FF2B5EF4-FFF2-40B4-BE49-F238E27FC236}">
                <a16:creationId xmlns:a16="http://schemas.microsoft.com/office/drawing/2014/main" id="{421407A2-ACB2-1A4B-A926-592ED553CA80}"/>
              </a:ext>
            </a:extLst>
          </p:cNvPr>
          <p:cNvGrpSpPr/>
          <p:nvPr userDrawn="1"/>
        </p:nvGrpSpPr>
        <p:grpSpPr>
          <a:xfrm>
            <a:off x="11496599" y="332656"/>
            <a:ext cx="407012" cy="348834"/>
            <a:chOff x="11496599" y="332656"/>
            <a:chExt cx="407012" cy="348834"/>
          </a:xfrm>
        </p:grpSpPr>
        <p:sp>
          <p:nvSpPr>
            <p:cNvPr id="10" name="Freeform 9">
              <a:extLst>
                <a:ext uri="{FF2B5EF4-FFF2-40B4-BE49-F238E27FC236}">
                  <a16:creationId xmlns:a16="http://schemas.microsoft.com/office/drawing/2014/main" id="{B02F11E3-5EA0-394F-95B0-271DC53A7ACE}"/>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rgbClr val="8AD0F7"/>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8" name="Shape">
              <a:extLst>
                <a:ext uri="{FF2B5EF4-FFF2-40B4-BE49-F238E27FC236}">
                  <a16:creationId xmlns:a16="http://schemas.microsoft.com/office/drawing/2014/main" id="{9CD90432-ABB1-434E-AFBF-C7B827606D72}"/>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Tree>
    <p:extLst>
      <p:ext uri="{BB962C8B-B14F-4D97-AF65-F5344CB8AC3E}">
        <p14:creationId xmlns:p14="http://schemas.microsoft.com/office/powerpoint/2010/main" val="3578911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hapter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6F0D-009B-7542-AC3B-814A02441073}"/>
              </a:ext>
            </a:extLst>
          </p:cNvPr>
          <p:cNvSpPr>
            <a:spLocks noGrp="1"/>
          </p:cNvSpPr>
          <p:nvPr>
            <p:ph type="title" hasCustomPrompt="1"/>
          </p:nvPr>
        </p:nvSpPr>
        <p:spPr>
          <a:xfrm>
            <a:off x="550862" y="3123957"/>
            <a:ext cx="11090275" cy="2088232"/>
          </a:xfrm>
        </p:spPr>
        <p:txBody>
          <a:bodyPr anchor="t">
            <a:noAutofit/>
          </a:bodyPr>
          <a:lstStyle>
            <a:lvl1pPr>
              <a:lnSpc>
                <a:spcPct val="100000"/>
              </a:lnSpc>
              <a:defRPr>
                <a:solidFill>
                  <a:schemeClr val="bg1"/>
                </a:solidFill>
              </a:defRPr>
            </a:lvl1pPr>
          </a:lstStyle>
          <a:p>
            <a:r>
              <a:rPr lang="nl-NL"/>
              <a:t>Klik om stijl te bewerken</a:t>
            </a:r>
            <a:endParaRPr lang="nl-NL" noProof="0"/>
          </a:p>
        </p:txBody>
      </p:sp>
      <p:sp>
        <p:nvSpPr>
          <p:cNvPr id="14" name="Text Placeholder 13">
            <a:extLst>
              <a:ext uri="{FF2B5EF4-FFF2-40B4-BE49-F238E27FC236}">
                <a16:creationId xmlns:a16="http://schemas.microsoft.com/office/drawing/2014/main" id="{FA7084ED-CEC5-CB4D-B500-E23F297B17AF}"/>
              </a:ext>
            </a:extLst>
          </p:cNvPr>
          <p:cNvSpPr>
            <a:spLocks noGrp="1"/>
          </p:cNvSpPr>
          <p:nvPr>
            <p:ph type="body" sz="quarter" idx="10" hasCustomPrompt="1"/>
          </p:nvPr>
        </p:nvSpPr>
        <p:spPr>
          <a:xfrm>
            <a:off x="550862" y="2311874"/>
            <a:ext cx="839117" cy="935037"/>
          </a:xfrm>
        </p:spPr>
        <p:txBody>
          <a:bodyPr>
            <a:normAutofit/>
          </a:bodyPr>
          <a:lstStyle>
            <a:lvl1pPr>
              <a:defRPr sz="5500" b="1" i="0">
                <a:solidFill>
                  <a:schemeClr val="bg1"/>
                </a:solidFill>
                <a:latin typeface="Arial Black" panose="020B0604020202020204" pitchFamily="34" charset="0"/>
              </a:defRPr>
            </a:lvl1pPr>
          </a:lstStyle>
          <a:p>
            <a:pPr lvl="0"/>
            <a:r>
              <a:rPr lang="nl-NL" noProof="0"/>
              <a:t>#.</a:t>
            </a:r>
          </a:p>
        </p:txBody>
      </p:sp>
      <p:grpSp>
        <p:nvGrpSpPr>
          <p:cNvPr id="3" name="Group 2">
            <a:extLst>
              <a:ext uri="{FF2B5EF4-FFF2-40B4-BE49-F238E27FC236}">
                <a16:creationId xmlns:a16="http://schemas.microsoft.com/office/drawing/2014/main" id="{421407A2-ACB2-1A4B-A926-592ED553CA80}"/>
              </a:ext>
            </a:extLst>
          </p:cNvPr>
          <p:cNvGrpSpPr/>
          <p:nvPr userDrawn="1"/>
        </p:nvGrpSpPr>
        <p:grpSpPr>
          <a:xfrm>
            <a:off x="11496599" y="332656"/>
            <a:ext cx="407012" cy="348834"/>
            <a:chOff x="11496599" y="332656"/>
            <a:chExt cx="407012" cy="348834"/>
          </a:xfrm>
        </p:grpSpPr>
        <p:sp>
          <p:nvSpPr>
            <p:cNvPr id="10" name="Freeform 9">
              <a:extLst>
                <a:ext uri="{FF2B5EF4-FFF2-40B4-BE49-F238E27FC236}">
                  <a16:creationId xmlns:a16="http://schemas.microsoft.com/office/drawing/2014/main" id="{B02F11E3-5EA0-394F-95B0-271DC53A7ACE}"/>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rgbClr val="8AD0F7"/>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8" name="Shape">
              <a:extLst>
                <a:ext uri="{FF2B5EF4-FFF2-40B4-BE49-F238E27FC236}">
                  <a16:creationId xmlns:a16="http://schemas.microsoft.com/office/drawing/2014/main" id="{9CD90432-ABB1-434E-AFBF-C7B827606D72}"/>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Tree>
    <p:extLst>
      <p:ext uri="{BB962C8B-B14F-4D97-AF65-F5344CB8AC3E}">
        <p14:creationId xmlns:p14="http://schemas.microsoft.com/office/powerpoint/2010/main" val="3231091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6F0D-009B-7542-AC3B-814A02441073}"/>
              </a:ext>
            </a:extLst>
          </p:cNvPr>
          <p:cNvSpPr>
            <a:spLocks noGrp="1"/>
          </p:cNvSpPr>
          <p:nvPr>
            <p:ph type="title" hasCustomPrompt="1"/>
          </p:nvPr>
        </p:nvSpPr>
        <p:spPr>
          <a:xfrm>
            <a:off x="550862" y="3123957"/>
            <a:ext cx="11090275" cy="2088232"/>
          </a:xfrm>
        </p:spPr>
        <p:txBody>
          <a:bodyPr anchor="t">
            <a:noAutofit/>
          </a:bodyPr>
          <a:lstStyle>
            <a:lvl1pPr>
              <a:lnSpc>
                <a:spcPct val="100000"/>
              </a:lnSpc>
              <a:defRPr>
                <a:solidFill>
                  <a:schemeClr val="accent1"/>
                </a:solidFill>
              </a:defRPr>
            </a:lvl1pPr>
          </a:lstStyle>
          <a:p>
            <a:r>
              <a:rPr lang="nl-NL" noProof="0"/>
              <a:t>Click </a:t>
            </a:r>
            <a:r>
              <a:rPr lang="nl-NL" noProof="0" err="1"/>
              <a:t>to</a:t>
            </a:r>
            <a:r>
              <a:rPr lang="nl-NL" noProof="0"/>
              <a:t> </a:t>
            </a:r>
            <a:r>
              <a:rPr lang="nl-NL" noProof="0" err="1"/>
              <a:t>edit</a:t>
            </a:r>
            <a:r>
              <a:rPr lang="nl-NL" noProof="0"/>
              <a:t> Master </a:t>
            </a:r>
            <a:br>
              <a:rPr lang="nl-NL" noProof="0"/>
            </a:br>
            <a:r>
              <a:rPr lang="nl-NL" noProof="0" err="1"/>
              <a:t>title</a:t>
            </a:r>
            <a:r>
              <a:rPr lang="nl-NL" noProof="0"/>
              <a:t> </a:t>
            </a:r>
            <a:r>
              <a:rPr lang="nl-NL" noProof="0" err="1"/>
              <a:t>style</a:t>
            </a:r>
            <a:endParaRPr lang="nl-NL" noProof="0"/>
          </a:p>
        </p:txBody>
      </p:sp>
      <p:sp>
        <p:nvSpPr>
          <p:cNvPr id="14" name="Text Placeholder 13">
            <a:extLst>
              <a:ext uri="{FF2B5EF4-FFF2-40B4-BE49-F238E27FC236}">
                <a16:creationId xmlns:a16="http://schemas.microsoft.com/office/drawing/2014/main" id="{FA7084ED-CEC5-CB4D-B500-E23F297B17AF}"/>
              </a:ext>
            </a:extLst>
          </p:cNvPr>
          <p:cNvSpPr>
            <a:spLocks noGrp="1"/>
          </p:cNvSpPr>
          <p:nvPr>
            <p:ph type="body" sz="quarter" idx="10" hasCustomPrompt="1"/>
          </p:nvPr>
        </p:nvSpPr>
        <p:spPr>
          <a:xfrm>
            <a:off x="550862" y="2311874"/>
            <a:ext cx="839117" cy="935037"/>
          </a:xfrm>
        </p:spPr>
        <p:txBody>
          <a:bodyPr>
            <a:normAutofit/>
          </a:bodyPr>
          <a:lstStyle>
            <a:lvl1pPr>
              <a:defRPr sz="5500" b="1" i="0">
                <a:solidFill>
                  <a:schemeClr val="accent1"/>
                </a:solidFill>
                <a:latin typeface="Arial Black" panose="020B0604020202020204" pitchFamily="34" charset="0"/>
              </a:defRPr>
            </a:lvl1pPr>
          </a:lstStyle>
          <a:p>
            <a:pPr lvl="0"/>
            <a:r>
              <a:rPr lang="nl-NL" noProof="0"/>
              <a:t>#.</a:t>
            </a:r>
          </a:p>
        </p:txBody>
      </p:sp>
    </p:spTree>
    <p:extLst>
      <p:ext uri="{BB962C8B-B14F-4D97-AF65-F5344CB8AC3E}">
        <p14:creationId xmlns:p14="http://schemas.microsoft.com/office/powerpoint/2010/main" val="39606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pic coll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6F0D-009B-7542-AC3B-814A02441073}"/>
              </a:ext>
            </a:extLst>
          </p:cNvPr>
          <p:cNvSpPr>
            <a:spLocks noGrp="1"/>
          </p:cNvSpPr>
          <p:nvPr>
            <p:ph type="title" hasCustomPrompt="1"/>
          </p:nvPr>
        </p:nvSpPr>
        <p:spPr>
          <a:xfrm>
            <a:off x="550862" y="3123957"/>
            <a:ext cx="5040313" cy="2088232"/>
          </a:xfrm>
        </p:spPr>
        <p:txBody>
          <a:bodyPr anchor="t">
            <a:noAutofit/>
          </a:bodyPr>
          <a:lstStyle>
            <a:lvl1pPr>
              <a:lnSpc>
                <a:spcPct val="100000"/>
              </a:lnSpc>
              <a:defRPr>
                <a:solidFill>
                  <a:schemeClr val="bg1"/>
                </a:solidFill>
              </a:defRPr>
            </a:lvl1pPr>
          </a:lstStyle>
          <a:p>
            <a:r>
              <a:rPr lang="nl-NL" noProof="0"/>
              <a:t>Click </a:t>
            </a:r>
            <a:r>
              <a:rPr lang="nl-NL" noProof="0" err="1"/>
              <a:t>to</a:t>
            </a:r>
            <a:r>
              <a:rPr lang="nl-NL" noProof="0"/>
              <a:t> </a:t>
            </a:r>
            <a:r>
              <a:rPr lang="nl-NL" noProof="0" err="1"/>
              <a:t>edit</a:t>
            </a:r>
            <a:r>
              <a:rPr lang="nl-NL" noProof="0"/>
              <a:t> Master </a:t>
            </a:r>
            <a:br>
              <a:rPr lang="nl-NL" noProof="0"/>
            </a:br>
            <a:r>
              <a:rPr lang="nl-NL" noProof="0" err="1"/>
              <a:t>title</a:t>
            </a:r>
            <a:r>
              <a:rPr lang="nl-NL" noProof="0"/>
              <a:t> </a:t>
            </a:r>
            <a:r>
              <a:rPr lang="nl-NL" noProof="0" err="1"/>
              <a:t>style</a:t>
            </a:r>
            <a:endParaRPr lang="nl-NL" noProof="0"/>
          </a:p>
        </p:txBody>
      </p:sp>
      <p:sp>
        <p:nvSpPr>
          <p:cNvPr id="14" name="Text Placeholder 13">
            <a:extLst>
              <a:ext uri="{FF2B5EF4-FFF2-40B4-BE49-F238E27FC236}">
                <a16:creationId xmlns:a16="http://schemas.microsoft.com/office/drawing/2014/main" id="{FA7084ED-CEC5-CB4D-B500-E23F297B17AF}"/>
              </a:ext>
            </a:extLst>
          </p:cNvPr>
          <p:cNvSpPr>
            <a:spLocks noGrp="1"/>
          </p:cNvSpPr>
          <p:nvPr>
            <p:ph type="body" sz="quarter" idx="10" hasCustomPrompt="1"/>
          </p:nvPr>
        </p:nvSpPr>
        <p:spPr>
          <a:xfrm>
            <a:off x="550862" y="2311874"/>
            <a:ext cx="839117" cy="935037"/>
          </a:xfrm>
        </p:spPr>
        <p:txBody>
          <a:bodyPr>
            <a:normAutofit/>
          </a:bodyPr>
          <a:lstStyle>
            <a:lvl1pPr>
              <a:defRPr sz="5500" b="1" i="0">
                <a:solidFill>
                  <a:schemeClr val="bg1"/>
                </a:solidFill>
                <a:latin typeface="Arial Black" panose="020B0604020202020204" pitchFamily="34" charset="0"/>
              </a:defRPr>
            </a:lvl1pPr>
          </a:lstStyle>
          <a:p>
            <a:pPr lvl="0"/>
            <a:r>
              <a:rPr lang="en-US"/>
              <a:t>#.</a:t>
            </a:r>
          </a:p>
        </p:txBody>
      </p:sp>
      <p:grpSp>
        <p:nvGrpSpPr>
          <p:cNvPr id="3" name="Group 2">
            <a:extLst>
              <a:ext uri="{FF2B5EF4-FFF2-40B4-BE49-F238E27FC236}">
                <a16:creationId xmlns:a16="http://schemas.microsoft.com/office/drawing/2014/main" id="{421407A2-ACB2-1A4B-A926-592ED553CA80}"/>
              </a:ext>
            </a:extLst>
          </p:cNvPr>
          <p:cNvGrpSpPr/>
          <p:nvPr userDrawn="1"/>
        </p:nvGrpSpPr>
        <p:grpSpPr>
          <a:xfrm>
            <a:off x="11496599" y="332656"/>
            <a:ext cx="407012" cy="348834"/>
            <a:chOff x="11496599" y="332656"/>
            <a:chExt cx="407012" cy="348834"/>
          </a:xfrm>
        </p:grpSpPr>
        <p:sp>
          <p:nvSpPr>
            <p:cNvPr id="10" name="Freeform 9">
              <a:extLst>
                <a:ext uri="{FF2B5EF4-FFF2-40B4-BE49-F238E27FC236}">
                  <a16:creationId xmlns:a16="http://schemas.microsoft.com/office/drawing/2014/main" id="{B02F11E3-5EA0-394F-95B0-271DC53A7ACE}"/>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rgbClr val="8AD0F7"/>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8" name="Shape">
              <a:extLst>
                <a:ext uri="{FF2B5EF4-FFF2-40B4-BE49-F238E27FC236}">
                  <a16:creationId xmlns:a16="http://schemas.microsoft.com/office/drawing/2014/main" id="{9CD90432-ABB1-434E-AFBF-C7B827606D72}"/>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rgbClr val="FFFFFF"/>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7" name="Picture Placeholder 7">
            <a:extLst>
              <a:ext uri="{FF2B5EF4-FFF2-40B4-BE49-F238E27FC236}">
                <a16:creationId xmlns:a16="http://schemas.microsoft.com/office/drawing/2014/main" id="{FEBA7CC2-4113-2344-BA3C-70315F58D49F}"/>
              </a:ext>
            </a:extLst>
          </p:cNvPr>
          <p:cNvSpPr>
            <a:spLocks noGrp="1"/>
          </p:cNvSpPr>
          <p:nvPr>
            <p:ph type="pic" sz="quarter" idx="11"/>
          </p:nvPr>
        </p:nvSpPr>
        <p:spPr>
          <a:xfrm>
            <a:off x="6096000" y="908720"/>
            <a:ext cx="5545138" cy="2520280"/>
          </a:xfrm>
          <a:solidFill>
            <a:schemeClr val="bg2"/>
          </a:solidFill>
          <a:ln>
            <a:noFill/>
          </a:ln>
        </p:spPr>
        <p:txBody>
          <a:bodyPr/>
          <a:lstStyle/>
          <a:p>
            <a:r>
              <a:rPr lang="nl-NL"/>
              <a:t>Klik op het pictogram als u een afbeelding wilt toevoegen</a:t>
            </a:r>
            <a:endParaRPr lang="en-US"/>
          </a:p>
        </p:txBody>
      </p:sp>
      <p:sp>
        <p:nvSpPr>
          <p:cNvPr id="8" name="Picture Placeholder 7">
            <a:extLst>
              <a:ext uri="{FF2B5EF4-FFF2-40B4-BE49-F238E27FC236}">
                <a16:creationId xmlns:a16="http://schemas.microsoft.com/office/drawing/2014/main" id="{3881DB74-0D71-9E45-A2DD-7583C6149F7E}"/>
              </a:ext>
            </a:extLst>
          </p:cNvPr>
          <p:cNvSpPr>
            <a:spLocks noGrp="1"/>
          </p:cNvSpPr>
          <p:nvPr>
            <p:ph type="pic" sz="quarter" idx="12"/>
          </p:nvPr>
        </p:nvSpPr>
        <p:spPr>
          <a:xfrm>
            <a:off x="6096000" y="3501008"/>
            <a:ext cx="2736304" cy="2952180"/>
          </a:xfrm>
          <a:solidFill>
            <a:schemeClr val="bg2"/>
          </a:solidFill>
          <a:ln>
            <a:noFill/>
          </a:ln>
        </p:spPr>
        <p:txBody>
          <a:bodyPr/>
          <a:lstStyle/>
          <a:p>
            <a:r>
              <a:rPr lang="nl-NL"/>
              <a:t>Klik op het pictogram als u een afbeelding wilt toevoegen</a:t>
            </a:r>
            <a:endParaRPr lang="en-US"/>
          </a:p>
        </p:txBody>
      </p:sp>
      <p:sp>
        <p:nvSpPr>
          <p:cNvPr id="9" name="Picture Placeholder 7">
            <a:extLst>
              <a:ext uri="{FF2B5EF4-FFF2-40B4-BE49-F238E27FC236}">
                <a16:creationId xmlns:a16="http://schemas.microsoft.com/office/drawing/2014/main" id="{BA8BB002-1B3C-7343-BC59-2354CF8FE52A}"/>
              </a:ext>
            </a:extLst>
          </p:cNvPr>
          <p:cNvSpPr>
            <a:spLocks noGrp="1"/>
          </p:cNvSpPr>
          <p:nvPr>
            <p:ph type="pic" sz="quarter" idx="13"/>
          </p:nvPr>
        </p:nvSpPr>
        <p:spPr>
          <a:xfrm>
            <a:off x="8908943" y="3501008"/>
            <a:ext cx="2736304" cy="2952180"/>
          </a:xfrm>
          <a:solidFill>
            <a:schemeClr val="bg2"/>
          </a:solidFill>
          <a:ln>
            <a:noFill/>
          </a:ln>
        </p:spPr>
        <p:txBody>
          <a:bodyPr/>
          <a:lstStyle/>
          <a:p>
            <a:r>
              <a:rPr lang="nl-NL"/>
              <a:t>Klik op het pictogram als u een afbeelding wilt toevoegen</a:t>
            </a:r>
            <a:endParaRPr lang="en-US"/>
          </a:p>
        </p:txBody>
      </p:sp>
    </p:spTree>
    <p:extLst>
      <p:ext uri="{BB962C8B-B14F-4D97-AF65-F5344CB8AC3E}">
        <p14:creationId xmlns:p14="http://schemas.microsoft.com/office/powerpoint/2010/main" val="2649352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pic right text overlay">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D3E00284-956A-7D4E-9EA2-7ECC8A7F469A}"/>
              </a:ext>
            </a:extLst>
          </p:cNvPr>
          <p:cNvSpPr/>
          <p:nvPr userDrawn="1"/>
        </p:nvSpPr>
        <p:spPr>
          <a:xfrm>
            <a:off x="0" y="2373"/>
            <a:ext cx="3431704" cy="6924973"/>
          </a:xfrm>
          <a:prstGeom prst="rect">
            <a:avLst/>
          </a:prstGeom>
          <a:solidFill>
            <a:schemeClr val="accent6">
              <a:lumMod val="20000"/>
              <a:lumOff val="80000"/>
            </a:schemeClr>
          </a:solidFill>
        </p:spPr>
        <p:txBody>
          <a:bodyPr wrap="square" rtlCol="0" anchor="ctr">
            <a:spAutoFit/>
          </a:bodyPr>
          <a:lstStyle/>
          <a:p>
            <a:pPr algn="l"/>
            <a:endParaRPr lang="nl-NL" sz="7400">
              <a:solidFill>
                <a:srgbClr val="000000"/>
              </a:solidFill>
              <a:latin typeface="Arial" panose="020B0604020202020204" pitchFamily="34" charset="0"/>
              <a:cs typeface="Arial" panose="020B0604020202020204" pitchFamily="34" charset="0"/>
            </a:endParaRPr>
          </a:p>
          <a:p>
            <a:pPr algn="l"/>
            <a:endParaRPr lang="nl-NL" sz="7400">
              <a:solidFill>
                <a:srgbClr val="000000"/>
              </a:solidFill>
              <a:latin typeface="Arial" panose="020B0604020202020204" pitchFamily="34" charset="0"/>
              <a:cs typeface="Arial" panose="020B0604020202020204" pitchFamily="34" charset="0"/>
            </a:endParaRPr>
          </a:p>
          <a:p>
            <a:pPr algn="l"/>
            <a:endParaRPr lang="nl-NL" sz="7400">
              <a:solidFill>
                <a:srgbClr val="000000"/>
              </a:solidFill>
              <a:latin typeface="Arial" panose="020B0604020202020204" pitchFamily="34" charset="0"/>
              <a:cs typeface="Arial" panose="020B0604020202020204" pitchFamily="34" charset="0"/>
            </a:endParaRPr>
          </a:p>
          <a:p>
            <a:pPr algn="l"/>
            <a:endParaRPr lang="nl-NL" sz="7400">
              <a:solidFill>
                <a:srgbClr val="000000"/>
              </a:solidFill>
              <a:latin typeface="Arial" panose="020B0604020202020204" pitchFamily="34" charset="0"/>
              <a:cs typeface="Arial" panose="020B0604020202020204" pitchFamily="34" charset="0"/>
            </a:endParaRPr>
          </a:p>
          <a:p>
            <a:pPr algn="l"/>
            <a:endParaRPr lang="nl-NL" sz="7400">
              <a:solidFill>
                <a:srgbClr val="000000"/>
              </a:solidFill>
              <a:latin typeface="Arial" panose="020B0604020202020204" pitchFamily="34" charset="0"/>
              <a:cs typeface="Arial" panose="020B0604020202020204" pitchFamily="34" charset="0"/>
            </a:endParaRPr>
          </a:p>
          <a:p>
            <a:pPr algn="l"/>
            <a:endParaRPr lang="nl-NL" sz="7400">
              <a:solidFill>
                <a:srgbClr val="000000"/>
              </a:solidFill>
              <a:latin typeface="Arial" panose="020B0604020202020204" pitchFamily="34" charset="0"/>
              <a:cs typeface="Arial" panose="020B0604020202020204" pitchFamily="34" charset="0"/>
            </a:endParaRPr>
          </a:p>
        </p:txBody>
      </p:sp>
      <p:sp>
        <p:nvSpPr>
          <p:cNvPr id="15" name="Picture Placeholder 13">
            <a:extLst>
              <a:ext uri="{FF2B5EF4-FFF2-40B4-BE49-F238E27FC236}">
                <a16:creationId xmlns:a16="http://schemas.microsoft.com/office/drawing/2014/main" id="{CD1E5101-6EA2-D545-9D42-5671336BABAF}"/>
              </a:ext>
            </a:extLst>
          </p:cNvPr>
          <p:cNvSpPr>
            <a:spLocks noGrp="1"/>
          </p:cNvSpPr>
          <p:nvPr>
            <p:ph type="pic" sz="quarter" idx="11"/>
          </p:nvPr>
        </p:nvSpPr>
        <p:spPr>
          <a:xfrm>
            <a:off x="3071813" y="0"/>
            <a:ext cx="9120187" cy="6858000"/>
          </a:xfrm>
          <a:solidFill>
            <a:schemeClr val="bg2"/>
          </a:solidFill>
        </p:spPr>
        <p:txBody>
          <a:bodyPr/>
          <a:lstStyle/>
          <a:p>
            <a:r>
              <a:rPr lang="nl-NL"/>
              <a:t>Klik op het pictogram als u een afbeelding wilt toevoegen</a:t>
            </a:r>
            <a:endParaRPr lang="en-US"/>
          </a:p>
        </p:txBody>
      </p:sp>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550864" y="692150"/>
            <a:ext cx="5040312" cy="1657350"/>
          </a:xfrm>
          <a:solidFill>
            <a:schemeClr val="bg1"/>
          </a:solidFill>
          <a:ln>
            <a:noFill/>
          </a:ln>
        </p:spPr>
        <p:txBody>
          <a:bodyPr lIns="360000" tIns="360000" rIns="540000" anchor="t"/>
          <a:lstStyle/>
          <a:p>
            <a:r>
              <a:rPr lang="nl-NL"/>
              <a:t>Klik om stijl te bewerken</a:t>
            </a:r>
            <a:endParaRPr lang="en-US"/>
          </a:p>
        </p:txBody>
      </p:sp>
      <p:grpSp>
        <p:nvGrpSpPr>
          <p:cNvPr id="5" name="Group 4">
            <a:extLst>
              <a:ext uri="{FF2B5EF4-FFF2-40B4-BE49-F238E27FC236}">
                <a16:creationId xmlns:a16="http://schemas.microsoft.com/office/drawing/2014/main" id="{6FC5071E-DEB1-5349-80F8-FD30600D1A4F}"/>
              </a:ext>
            </a:extLst>
          </p:cNvPr>
          <p:cNvGrpSpPr/>
          <p:nvPr userDrawn="1"/>
        </p:nvGrpSpPr>
        <p:grpSpPr>
          <a:xfrm>
            <a:off x="11496600" y="332656"/>
            <a:ext cx="407011" cy="348834"/>
            <a:chOff x="11496600" y="332656"/>
            <a:chExt cx="407011" cy="348834"/>
          </a:xfrm>
        </p:grpSpPr>
        <p:sp>
          <p:nvSpPr>
            <p:cNvPr id="9" name="Shape">
              <a:extLst>
                <a:ext uri="{FF2B5EF4-FFF2-40B4-BE49-F238E27FC236}">
                  <a16:creationId xmlns:a16="http://schemas.microsoft.com/office/drawing/2014/main" id="{2CE958C3-F4D3-E843-A6D4-76DFB2C4A023}"/>
                </a:ext>
              </a:extLst>
            </p:cNvPr>
            <p:cNvSpPr/>
            <p:nvPr userDrawn="1"/>
          </p:nvSpPr>
          <p:spPr>
            <a:xfrm>
              <a:off x="11612917" y="332656"/>
              <a:ext cx="58111" cy="1452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lumMod val="9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0" name="Shape">
              <a:extLst>
                <a:ext uri="{FF2B5EF4-FFF2-40B4-BE49-F238E27FC236}">
                  <a16:creationId xmlns:a16="http://schemas.microsoft.com/office/drawing/2014/main" id="{50EE41ED-CA76-C74A-8CAC-C076B914ED93}"/>
                </a:ext>
              </a:extLst>
            </p:cNvPr>
            <p:cNvSpPr/>
            <p:nvPr userDrawn="1"/>
          </p:nvSpPr>
          <p:spPr>
            <a:xfrm>
              <a:off x="11612917" y="536212"/>
              <a:ext cx="58111" cy="14527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lumMod val="9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1" name="Shape">
              <a:extLst>
                <a:ext uri="{FF2B5EF4-FFF2-40B4-BE49-F238E27FC236}">
                  <a16:creationId xmlns:a16="http://schemas.microsoft.com/office/drawing/2014/main" id="{F31FC9A2-F74A-1440-9A97-A7C3850470E9}"/>
                </a:ext>
              </a:extLst>
            </p:cNvPr>
            <p:cNvSpPr/>
            <p:nvPr userDrawn="1"/>
          </p:nvSpPr>
          <p:spPr>
            <a:xfrm>
              <a:off x="11496600" y="332656"/>
              <a:ext cx="58111" cy="3486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lumMod val="9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2" name="Shape">
              <a:extLst>
                <a:ext uri="{FF2B5EF4-FFF2-40B4-BE49-F238E27FC236}">
                  <a16:creationId xmlns:a16="http://schemas.microsoft.com/office/drawing/2014/main" id="{5602B6CB-0F5B-6444-9846-E680D97AFF53}"/>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tx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8" name="Text Placeholder 7">
            <a:extLst>
              <a:ext uri="{FF2B5EF4-FFF2-40B4-BE49-F238E27FC236}">
                <a16:creationId xmlns:a16="http://schemas.microsoft.com/office/drawing/2014/main" id="{61B30FE6-4D08-154C-8C13-5744F67462C3}"/>
              </a:ext>
            </a:extLst>
          </p:cNvPr>
          <p:cNvSpPr>
            <a:spLocks noGrp="1"/>
          </p:cNvSpPr>
          <p:nvPr>
            <p:ph type="body" sz="quarter" idx="10"/>
          </p:nvPr>
        </p:nvSpPr>
        <p:spPr>
          <a:xfrm>
            <a:off x="550863" y="2349500"/>
            <a:ext cx="5040312" cy="3816350"/>
          </a:xfrm>
          <a:solidFill>
            <a:schemeClr val="bg1"/>
          </a:solidFill>
          <a:ln>
            <a:noFill/>
          </a:ln>
        </p:spPr>
        <p:txBody>
          <a:bodyPr lIns="360000" rIns="540000" bIns="360000"/>
          <a:lstStyle/>
          <a:p>
            <a:pPr lvl="0"/>
            <a:r>
              <a:rPr lang="nl-NL"/>
              <a:t>Klikken om de tekststijl van het model te bewerken</a:t>
            </a:r>
          </a:p>
        </p:txBody>
      </p:sp>
      <p:sp>
        <p:nvSpPr>
          <p:cNvPr id="3" name="Tijdelijke aanduiding voor datum 2">
            <a:extLst>
              <a:ext uri="{FF2B5EF4-FFF2-40B4-BE49-F238E27FC236}">
                <a16:creationId xmlns:a16="http://schemas.microsoft.com/office/drawing/2014/main" id="{DEDB39B5-0DE9-3640-B010-3D7373BBCDF5}"/>
              </a:ext>
            </a:extLst>
          </p:cNvPr>
          <p:cNvSpPr>
            <a:spLocks noGrp="1"/>
          </p:cNvSpPr>
          <p:nvPr>
            <p:ph type="dt" sz="half" idx="12"/>
          </p:nvPr>
        </p:nvSpPr>
        <p:spPr/>
        <p:txBody>
          <a:bodyPr/>
          <a:lstStyle/>
          <a:p>
            <a:fld id="{64F381F3-31BE-4046-B7D5-C842D99C1877}" type="datetime4">
              <a:rPr lang="nl-NL" smtClean="0"/>
              <a:t>26 augustus 2025</a:t>
            </a:fld>
            <a:endParaRPr lang="en-US"/>
          </a:p>
        </p:txBody>
      </p:sp>
      <p:sp>
        <p:nvSpPr>
          <p:cNvPr id="4" name="Tijdelijke aanduiding voor voettekst 3">
            <a:extLst>
              <a:ext uri="{FF2B5EF4-FFF2-40B4-BE49-F238E27FC236}">
                <a16:creationId xmlns:a16="http://schemas.microsoft.com/office/drawing/2014/main" id="{1D4C00AF-4EC1-824D-97E4-3889C62A741A}"/>
              </a:ext>
            </a:extLst>
          </p:cNvPr>
          <p:cNvSpPr>
            <a:spLocks noGrp="1"/>
          </p:cNvSpPr>
          <p:nvPr>
            <p:ph type="ftr" sz="quarter" idx="13"/>
          </p:nvPr>
        </p:nvSpPr>
        <p:spPr/>
        <p:txBody>
          <a:bodyPr/>
          <a:lstStyle/>
          <a:p>
            <a:r>
              <a:rPr lang="nl-NL" noProof="0"/>
              <a:t>NAAM</a:t>
            </a:r>
            <a:r>
              <a:rPr lang="en-US"/>
              <a:t> PRESENTATIE</a:t>
            </a:r>
          </a:p>
        </p:txBody>
      </p:sp>
      <p:sp>
        <p:nvSpPr>
          <p:cNvPr id="6" name="Tijdelijke aanduiding voor dianummer 5">
            <a:extLst>
              <a:ext uri="{FF2B5EF4-FFF2-40B4-BE49-F238E27FC236}">
                <a16:creationId xmlns:a16="http://schemas.microsoft.com/office/drawing/2014/main" id="{A6E1C89B-F6D4-C040-AE19-B35CC7411317}"/>
              </a:ext>
            </a:extLst>
          </p:cNvPr>
          <p:cNvSpPr>
            <a:spLocks noGrp="1"/>
          </p:cNvSpPr>
          <p:nvPr>
            <p:ph type="sldNum" sz="quarter" idx="14"/>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1590681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552418" y="692150"/>
            <a:ext cx="11088720" cy="1314450"/>
          </a:xfrm>
        </p:spPr>
        <p:txBody>
          <a:bodyPr anchor="t"/>
          <a:lstStyle/>
          <a:p>
            <a:r>
              <a:rPr lang="nl-NL"/>
              <a:t>Klik om stijl te bewerken</a:t>
            </a:r>
            <a:endParaRPr lang="en-US"/>
          </a:p>
        </p:txBody>
      </p:sp>
      <p:sp>
        <p:nvSpPr>
          <p:cNvPr id="13" name="Text Placeholder 12">
            <a:extLst>
              <a:ext uri="{FF2B5EF4-FFF2-40B4-BE49-F238E27FC236}">
                <a16:creationId xmlns:a16="http://schemas.microsoft.com/office/drawing/2014/main" id="{430FADE4-92C6-9246-81A9-6C011B4915DF}"/>
              </a:ext>
            </a:extLst>
          </p:cNvPr>
          <p:cNvSpPr>
            <a:spLocks noGrp="1"/>
          </p:cNvSpPr>
          <p:nvPr>
            <p:ph type="body" sz="quarter" idx="11"/>
          </p:nvPr>
        </p:nvSpPr>
        <p:spPr>
          <a:xfrm>
            <a:off x="550863" y="2017260"/>
            <a:ext cx="11088720" cy="4148590"/>
          </a:xfrm>
        </p:spPr>
        <p:txBody>
          <a:bodyPr numCol="2" spcCol="1008000"/>
          <a:lstStyle/>
          <a:p>
            <a:pPr lvl="0"/>
            <a:r>
              <a:rPr lang="nl-NL"/>
              <a:t>Klikken om de tekststijl van het model te bewerken</a:t>
            </a:r>
          </a:p>
        </p:txBody>
      </p:sp>
      <p:sp>
        <p:nvSpPr>
          <p:cNvPr id="3" name="Tijdelijke aanduiding voor datum 2">
            <a:extLst>
              <a:ext uri="{FF2B5EF4-FFF2-40B4-BE49-F238E27FC236}">
                <a16:creationId xmlns:a16="http://schemas.microsoft.com/office/drawing/2014/main" id="{49659A49-527F-DE44-8584-F6B0DB3F338B}"/>
              </a:ext>
            </a:extLst>
          </p:cNvPr>
          <p:cNvSpPr>
            <a:spLocks noGrp="1"/>
          </p:cNvSpPr>
          <p:nvPr>
            <p:ph type="dt" sz="half" idx="12"/>
          </p:nvPr>
        </p:nvSpPr>
        <p:spPr/>
        <p:txBody>
          <a:bodyPr/>
          <a:lstStyle/>
          <a:p>
            <a:fld id="{F7C8C19E-C2D3-BE43-84EB-1E2C384329F4}" type="datetime4">
              <a:rPr lang="nl-NL" smtClean="0"/>
              <a:t>26 augustus 2025</a:t>
            </a:fld>
            <a:endParaRPr lang="en-US"/>
          </a:p>
        </p:txBody>
      </p:sp>
      <p:sp>
        <p:nvSpPr>
          <p:cNvPr id="4" name="Tijdelijke aanduiding voor voettekst 3">
            <a:extLst>
              <a:ext uri="{FF2B5EF4-FFF2-40B4-BE49-F238E27FC236}">
                <a16:creationId xmlns:a16="http://schemas.microsoft.com/office/drawing/2014/main" id="{855E60F0-7B35-2B4B-8276-E9AE8AFEF351}"/>
              </a:ext>
            </a:extLst>
          </p:cNvPr>
          <p:cNvSpPr>
            <a:spLocks noGrp="1"/>
          </p:cNvSpPr>
          <p:nvPr>
            <p:ph type="ftr" sz="quarter" idx="13"/>
          </p:nvPr>
        </p:nvSpPr>
        <p:spPr/>
        <p:txBody>
          <a:bodyPr/>
          <a:lstStyle/>
          <a:p>
            <a:r>
              <a:rPr lang="nl-NL" noProof="0"/>
              <a:t>NAAM PRESENTATIE</a:t>
            </a:r>
          </a:p>
        </p:txBody>
      </p:sp>
      <p:sp>
        <p:nvSpPr>
          <p:cNvPr id="5" name="Tijdelijke aanduiding voor dianummer 4">
            <a:extLst>
              <a:ext uri="{FF2B5EF4-FFF2-40B4-BE49-F238E27FC236}">
                <a16:creationId xmlns:a16="http://schemas.microsoft.com/office/drawing/2014/main" id="{8665E2CC-D522-CC4C-A5A0-934B0E151161}"/>
              </a:ext>
            </a:extLst>
          </p:cNvPr>
          <p:cNvSpPr>
            <a:spLocks noGrp="1"/>
          </p:cNvSpPr>
          <p:nvPr>
            <p:ph type="sldNum" sz="quarter" idx="14"/>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1149677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l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552418" y="836712"/>
            <a:ext cx="11088720" cy="1169888"/>
          </a:xfrm>
        </p:spPr>
        <p:txBody>
          <a:bodyPr anchor="t">
            <a:normAutofit/>
          </a:bodyPr>
          <a:lstStyle>
            <a:lvl1pPr>
              <a:defRPr sz="3200" b="1" i="0">
                <a:solidFill>
                  <a:schemeClr val="tx1"/>
                </a:solidFill>
                <a:latin typeface="Arial Black" panose="020B0604020202020204" pitchFamily="34" charset="0"/>
              </a:defRPr>
            </a:lvl1pPr>
          </a:lstStyle>
          <a:p>
            <a:r>
              <a:rPr lang="nl-NL"/>
              <a:t>Klik om stijl te bewerken</a:t>
            </a:r>
            <a:endParaRPr lang="en-US"/>
          </a:p>
        </p:txBody>
      </p:sp>
      <p:sp>
        <p:nvSpPr>
          <p:cNvPr id="13" name="Text Placeholder 12">
            <a:extLst>
              <a:ext uri="{FF2B5EF4-FFF2-40B4-BE49-F238E27FC236}">
                <a16:creationId xmlns:a16="http://schemas.microsoft.com/office/drawing/2014/main" id="{430FADE4-92C6-9246-81A9-6C011B4915DF}"/>
              </a:ext>
            </a:extLst>
          </p:cNvPr>
          <p:cNvSpPr>
            <a:spLocks noGrp="1"/>
          </p:cNvSpPr>
          <p:nvPr>
            <p:ph type="body" sz="quarter" idx="11"/>
          </p:nvPr>
        </p:nvSpPr>
        <p:spPr>
          <a:xfrm>
            <a:off x="550863" y="4005064"/>
            <a:ext cx="3457575" cy="2160786"/>
          </a:xfrm>
        </p:spPr>
        <p:txBody>
          <a:bodyPr numCol="1" spcCol="1008000"/>
          <a:lstStyle/>
          <a:p>
            <a:pPr lvl="0"/>
            <a:r>
              <a:rPr lang="nl-NL"/>
              <a:t>Klikken om de tekststijl van het model te bewerken</a:t>
            </a:r>
          </a:p>
        </p:txBody>
      </p:sp>
      <p:sp>
        <p:nvSpPr>
          <p:cNvPr id="4" name="Text Placeholder 3">
            <a:extLst>
              <a:ext uri="{FF2B5EF4-FFF2-40B4-BE49-F238E27FC236}">
                <a16:creationId xmlns:a16="http://schemas.microsoft.com/office/drawing/2014/main" id="{F158B727-5328-F243-827D-94A3F6B4B958}"/>
              </a:ext>
            </a:extLst>
          </p:cNvPr>
          <p:cNvSpPr>
            <a:spLocks noGrp="1"/>
          </p:cNvSpPr>
          <p:nvPr>
            <p:ph type="body" sz="quarter" idx="12"/>
          </p:nvPr>
        </p:nvSpPr>
        <p:spPr>
          <a:xfrm>
            <a:off x="550863" y="476250"/>
            <a:ext cx="11090275" cy="360462"/>
          </a:xfrm>
        </p:spPr>
        <p:txBody>
          <a:bodyPr>
            <a:noAutofit/>
          </a:bodyPr>
          <a:lstStyle>
            <a:lvl1pPr>
              <a:defRPr>
                <a:ln>
                  <a:noFill/>
                </a:ln>
                <a:solidFill>
                  <a:schemeClr val="accent2"/>
                </a:solidFill>
              </a:defRPr>
            </a:lvl1pPr>
          </a:lstStyle>
          <a:p>
            <a:pPr lvl="0"/>
            <a:r>
              <a:rPr lang="nl-NL"/>
              <a:t>Klikken om de tekststijl van het model te bewerken</a:t>
            </a:r>
          </a:p>
        </p:txBody>
      </p:sp>
      <p:sp>
        <p:nvSpPr>
          <p:cNvPr id="11" name="Picture Placeholder 8">
            <a:extLst>
              <a:ext uri="{FF2B5EF4-FFF2-40B4-BE49-F238E27FC236}">
                <a16:creationId xmlns:a16="http://schemas.microsoft.com/office/drawing/2014/main" id="{DCBC2810-32B6-5E45-880F-E06893A138F3}"/>
              </a:ext>
            </a:extLst>
          </p:cNvPr>
          <p:cNvSpPr>
            <a:spLocks noGrp="1"/>
          </p:cNvSpPr>
          <p:nvPr>
            <p:ph type="pic" sz="quarter" idx="14"/>
          </p:nvPr>
        </p:nvSpPr>
        <p:spPr>
          <a:xfrm>
            <a:off x="550863" y="1989138"/>
            <a:ext cx="3457575" cy="1871662"/>
          </a:xfrm>
          <a:solidFill>
            <a:schemeClr val="bg2"/>
          </a:solidFill>
        </p:spPr>
        <p:txBody>
          <a:bodyPr/>
          <a:lstStyle/>
          <a:p>
            <a:r>
              <a:rPr lang="nl-NL"/>
              <a:t>Klik op het pictogram als u een afbeelding wilt toevoegen</a:t>
            </a:r>
            <a:endParaRPr lang="en-US"/>
          </a:p>
        </p:txBody>
      </p:sp>
      <p:sp>
        <p:nvSpPr>
          <p:cNvPr id="12" name="Text Placeholder 12">
            <a:extLst>
              <a:ext uri="{FF2B5EF4-FFF2-40B4-BE49-F238E27FC236}">
                <a16:creationId xmlns:a16="http://schemas.microsoft.com/office/drawing/2014/main" id="{903F000E-E548-7F41-BBD3-4177196CC96A}"/>
              </a:ext>
            </a:extLst>
          </p:cNvPr>
          <p:cNvSpPr>
            <a:spLocks noGrp="1"/>
          </p:cNvSpPr>
          <p:nvPr>
            <p:ph type="body" sz="quarter" idx="15"/>
          </p:nvPr>
        </p:nvSpPr>
        <p:spPr>
          <a:xfrm>
            <a:off x="4367212" y="4005064"/>
            <a:ext cx="3457575" cy="2160786"/>
          </a:xfrm>
        </p:spPr>
        <p:txBody>
          <a:bodyPr numCol="1" spcCol="1008000"/>
          <a:lstStyle/>
          <a:p>
            <a:pPr lvl="0"/>
            <a:r>
              <a:rPr lang="nl-NL"/>
              <a:t>Klikken om de tekststijl van het model te bewerken</a:t>
            </a:r>
          </a:p>
        </p:txBody>
      </p:sp>
      <p:sp>
        <p:nvSpPr>
          <p:cNvPr id="14" name="Picture Placeholder 8">
            <a:extLst>
              <a:ext uri="{FF2B5EF4-FFF2-40B4-BE49-F238E27FC236}">
                <a16:creationId xmlns:a16="http://schemas.microsoft.com/office/drawing/2014/main" id="{E95B0FAD-BB16-554A-A06F-70157E830831}"/>
              </a:ext>
            </a:extLst>
          </p:cNvPr>
          <p:cNvSpPr>
            <a:spLocks noGrp="1"/>
          </p:cNvSpPr>
          <p:nvPr>
            <p:ph type="pic" sz="quarter" idx="16"/>
          </p:nvPr>
        </p:nvSpPr>
        <p:spPr>
          <a:xfrm>
            <a:off x="4367212" y="1989138"/>
            <a:ext cx="3457575" cy="1871662"/>
          </a:xfrm>
          <a:solidFill>
            <a:schemeClr val="bg2"/>
          </a:solidFill>
        </p:spPr>
        <p:txBody>
          <a:bodyPr/>
          <a:lstStyle/>
          <a:p>
            <a:r>
              <a:rPr lang="nl-NL"/>
              <a:t>Klik op het pictogram als u een afbeelding wilt toevoegen</a:t>
            </a:r>
            <a:endParaRPr lang="en-US"/>
          </a:p>
        </p:txBody>
      </p:sp>
      <p:sp>
        <p:nvSpPr>
          <p:cNvPr id="15" name="Text Placeholder 12">
            <a:extLst>
              <a:ext uri="{FF2B5EF4-FFF2-40B4-BE49-F238E27FC236}">
                <a16:creationId xmlns:a16="http://schemas.microsoft.com/office/drawing/2014/main" id="{0A1145F6-C6FE-074B-BD51-D1717B0D13F8}"/>
              </a:ext>
            </a:extLst>
          </p:cNvPr>
          <p:cNvSpPr>
            <a:spLocks noGrp="1"/>
          </p:cNvSpPr>
          <p:nvPr>
            <p:ph type="body" sz="quarter" idx="17"/>
          </p:nvPr>
        </p:nvSpPr>
        <p:spPr>
          <a:xfrm>
            <a:off x="8187544" y="4005064"/>
            <a:ext cx="3457575" cy="2160786"/>
          </a:xfrm>
        </p:spPr>
        <p:txBody>
          <a:bodyPr numCol="1" spcCol="1008000"/>
          <a:lstStyle/>
          <a:p>
            <a:pPr lvl="0"/>
            <a:r>
              <a:rPr lang="nl-NL"/>
              <a:t>Klikken om de tekststijl van het model te bewerken</a:t>
            </a:r>
          </a:p>
        </p:txBody>
      </p:sp>
      <p:sp>
        <p:nvSpPr>
          <p:cNvPr id="16" name="Picture Placeholder 8">
            <a:extLst>
              <a:ext uri="{FF2B5EF4-FFF2-40B4-BE49-F238E27FC236}">
                <a16:creationId xmlns:a16="http://schemas.microsoft.com/office/drawing/2014/main" id="{CECF6C76-E83A-6647-A6DA-261E62126D51}"/>
              </a:ext>
            </a:extLst>
          </p:cNvPr>
          <p:cNvSpPr>
            <a:spLocks noGrp="1"/>
          </p:cNvSpPr>
          <p:nvPr>
            <p:ph type="pic" sz="quarter" idx="18"/>
          </p:nvPr>
        </p:nvSpPr>
        <p:spPr>
          <a:xfrm>
            <a:off x="8187544" y="1989138"/>
            <a:ext cx="3457575" cy="1871662"/>
          </a:xfrm>
          <a:solidFill>
            <a:schemeClr val="bg2"/>
          </a:solidFill>
        </p:spPr>
        <p:txBody>
          <a:bodyPr/>
          <a:lstStyle/>
          <a:p>
            <a:r>
              <a:rPr lang="nl-NL"/>
              <a:t>Klik op het pictogram als u een afbeelding wilt toevoegen</a:t>
            </a:r>
            <a:endParaRPr lang="en-US"/>
          </a:p>
        </p:txBody>
      </p:sp>
      <p:sp>
        <p:nvSpPr>
          <p:cNvPr id="3" name="Tijdelijke aanduiding voor datum 2">
            <a:extLst>
              <a:ext uri="{FF2B5EF4-FFF2-40B4-BE49-F238E27FC236}">
                <a16:creationId xmlns:a16="http://schemas.microsoft.com/office/drawing/2014/main" id="{A14D18CE-64CC-4148-86FC-A2A8C17FC2C8}"/>
              </a:ext>
            </a:extLst>
          </p:cNvPr>
          <p:cNvSpPr>
            <a:spLocks noGrp="1"/>
          </p:cNvSpPr>
          <p:nvPr>
            <p:ph type="dt" sz="half" idx="19"/>
          </p:nvPr>
        </p:nvSpPr>
        <p:spPr/>
        <p:txBody>
          <a:bodyPr/>
          <a:lstStyle/>
          <a:p>
            <a:fld id="{984AA856-B7A1-6847-84DA-9E728C0FAD94}" type="datetime4">
              <a:rPr lang="nl-NL" smtClean="0"/>
              <a:t>26 augustus 2025</a:t>
            </a:fld>
            <a:endParaRPr lang="en-US"/>
          </a:p>
        </p:txBody>
      </p:sp>
      <p:sp>
        <p:nvSpPr>
          <p:cNvPr id="5" name="Tijdelijke aanduiding voor voettekst 4">
            <a:extLst>
              <a:ext uri="{FF2B5EF4-FFF2-40B4-BE49-F238E27FC236}">
                <a16:creationId xmlns:a16="http://schemas.microsoft.com/office/drawing/2014/main" id="{386F5F2B-B150-694A-A437-366563BA2658}"/>
              </a:ext>
            </a:extLst>
          </p:cNvPr>
          <p:cNvSpPr>
            <a:spLocks noGrp="1"/>
          </p:cNvSpPr>
          <p:nvPr>
            <p:ph type="ftr" sz="quarter" idx="20"/>
          </p:nvPr>
        </p:nvSpPr>
        <p:spPr/>
        <p:txBody>
          <a:bodyPr/>
          <a:lstStyle/>
          <a:p>
            <a:r>
              <a:rPr lang="en-US"/>
              <a:t>NAAM PRESENTATIE</a:t>
            </a:r>
          </a:p>
        </p:txBody>
      </p:sp>
      <p:sp>
        <p:nvSpPr>
          <p:cNvPr id="6" name="Tijdelijke aanduiding voor dianummer 5">
            <a:extLst>
              <a:ext uri="{FF2B5EF4-FFF2-40B4-BE49-F238E27FC236}">
                <a16:creationId xmlns:a16="http://schemas.microsoft.com/office/drawing/2014/main" id="{4D47797A-8964-5E41-9083-E4334CE3E01D}"/>
              </a:ext>
            </a:extLst>
          </p:cNvPr>
          <p:cNvSpPr>
            <a:spLocks noGrp="1"/>
          </p:cNvSpPr>
          <p:nvPr>
            <p:ph type="sldNum" sz="quarter" idx="21"/>
          </p:nvPr>
        </p:nvSpPr>
        <p:spPr/>
        <p:txBody>
          <a:bodyPr/>
          <a:lstStyle/>
          <a:p>
            <a:fld id="{EC1B0D69-B8A6-8744-9E7E-380CD2AD97F8}" type="slidenum">
              <a:rPr lang="en-US" smtClean="0"/>
              <a:pPr/>
              <a:t>‹nr.›</a:t>
            </a:fld>
            <a:endParaRPr lang="en-US"/>
          </a:p>
        </p:txBody>
      </p:sp>
    </p:spTree>
    <p:extLst>
      <p:ext uri="{BB962C8B-B14F-4D97-AF65-F5344CB8AC3E}">
        <p14:creationId xmlns:p14="http://schemas.microsoft.com/office/powerpoint/2010/main" val="941603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pic nam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430FADE4-92C6-9246-81A9-6C011B4915DF}"/>
              </a:ext>
            </a:extLst>
          </p:cNvPr>
          <p:cNvSpPr>
            <a:spLocks noGrp="1"/>
          </p:cNvSpPr>
          <p:nvPr>
            <p:ph type="body" sz="quarter" idx="11" hasCustomPrompt="1"/>
          </p:nvPr>
        </p:nvSpPr>
        <p:spPr>
          <a:xfrm>
            <a:off x="550863"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4" name="Text Placeholder 3">
            <a:extLst>
              <a:ext uri="{FF2B5EF4-FFF2-40B4-BE49-F238E27FC236}">
                <a16:creationId xmlns:a16="http://schemas.microsoft.com/office/drawing/2014/main" id="{F158B727-5328-F243-827D-94A3F6B4B958}"/>
              </a:ext>
            </a:extLst>
          </p:cNvPr>
          <p:cNvSpPr>
            <a:spLocks noGrp="1"/>
          </p:cNvSpPr>
          <p:nvPr>
            <p:ph type="body" sz="quarter" idx="12"/>
          </p:nvPr>
        </p:nvSpPr>
        <p:spPr>
          <a:xfrm>
            <a:off x="550863" y="476250"/>
            <a:ext cx="11090275" cy="360462"/>
          </a:xfrm>
        </p:spPr>
        <p:txBody>
          <a:bodyPr>
            <a:noAutofit/>
          </a:bodyPr>
          <a:lstStyle>
            <a:lvl1pPr>
              <a:defRPr>
                <a:ln>
                  <a:noFill/>
                </a:ln>
                <a:solidFill>
                  <a:schemeClr val="accent1"/>
                </a:solidFill>
              </a:defRPr>
            </a:lvl1pPr>
          </a:lstStyle>
          <a:p>
            <a:pPr lvl="0"/>
            <a:r>
              <a:rPr lang="nl-NL"/>
              <a:t>Klikken om de tekststijl van het model te bewerken</a:t>
            </a:r>
          </a:p>
        </p:txBody>
      </p:sp>
      <p:sp>
        <p:nvSpPr>
          <p:cNvPr id="11" name="Picture Placeholder 8">
            <a:extLst>
              <a:ext uri="{FF2B5EF4-FFF2-40B4-BE49-F238E27FC236}">
                <a16:creationId xmlns:a16="http://schemas.microsoft.com/office/drawing/2014/main" id="{DCBC2810-32B6-5E45-880F-E06893A138F3}"/>
              </a:ext>
            </a:extLst>
          </p:cNvPr>
          <p:cNvSpPr>
            <a:spLocks noGrp="1"/>
          </p:cNvSpPr>
          <p:nvPr>
            <p:ph type="pic" sz="quarter" idx="14"/>
          </p:nvPr>
        </p:nvSpPr>
        <p:spPr>
          <a:xfrm>
            <a:off x="550863" y="972289"/>
            <a:ext cx="1224657" cy="1152128"/>
          </a:xfrm>
          <a:solidFill>
            <a:schemeClr val="bg2"/>
          </a:solidFill>
        </p:spPr>
        <p:txBody>
          <a:bodyPr/>
          <a:lstStyle/>
          <a:p>
            <a:r>
              <a:rPr lang="nl-NL"/>
              <a:t>Klik op het pictogram als u een afbeelding wilt toevoegen</a:t>
            </a:r>
            <a:endParaRPr lang="en-US"/>
          </a:p>
        </p:txBody>
      </p:sp>
      <p:sp>
        <p:nvSpPr>
          <p:cNvPr id="31" name="Text Placeholder 12">
            <a:extLst>
              <a:ext uri="{FF2B5EF4-FFF2-40B4-BE49-F238E27FC236}">
                <a16:creationId xmlns:a16="http://schemas.microsoft.com/office/drawing/2014/main" id="{680F2290-4429-874F-8645-0055DD009229}"/>
              </a:ext>
            </a:extLst>
          </p:cNvPr>
          <p:cNvSpPr>
            <a:spLocks noGrp="1"/>
          </p:cNvSpPr>
          <p:nvPr>
            <p:ph type="body" sz="quarter" idx="18" hasCustomPrompt="1"/>
          </p:nvPr>
        </p:nvSpPr>
        <p:spPr>
          <a:xfrm>
            <a:off x="550863"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32" name="Picture Placeholder 8">
            <a:extLst>
              <a:ext uri="{FF2B5EF4-FFF2-40B4-BE49-F238E27FC236}">
                <a16:creationId xmlns:a16="http://schemas.microsoft.com/office/drawing/2014/main" id="{7E20A79F-1E4E-DF4E-8106-94C3493FDA32}"/>
              </a:ext>
            </a:extLst>
          </p:cNvPr>
          <p:cNvSpPr>
            <a:spLocks noGrp="1"/>
          </p:cNvSpPr>
          <p:nvPr>
            <p:ph type="pic" sz="quarter" idx="19"/>
          </p:nvPr>
        </p:nvSpPr>
        <p:spPr>
          <a:xfrm>
            <a:off x="550863" y="2852936"/>
            <a:ext cx="1224657" cy="1152128"/>
          </a:xfrm>
          <a:solidFill>
            <a:schemeClr val="bg2"/>
          </a:solidFill>
        </p:spPr>
        <p:txBody>
          <a:bodyPr/>
          <a:lstStyle/>
          <a:p>
            <a:r>
              <a:rPr lang="nl-NL"/>
              <a:t>Klik op het pictogram als u een afbeelding wilt toevoegen</a:t>
            </a:r>
            <a:endParaRPr lang="en-US"/>
          </a:p>
        </p:txBody>
      </p:sp>
      <p:sp>
        <p:nvSpPr>
          <p:cNvPr id="33" name="Text Placeholder 12">
            <a:extLst>
              <a:ext uri="{FF2B5EF4-FFF2-40B4-BE49-F238E27FC236}">
                <a16:creationId xmlns:a16="http://schemas.microsoft.com/office/drawing/2014/main" id="{6F816FA7-E8EC-A140-9E37-0199B0B23460}"/>
              </a:ext>
            </a:extLst>
          </p:cNvPr>
          <p:cNvSpPr>
            <a:spLocks noGrp="1"/>
          </p:cNvSpPr>
          <p:nvPr>
            <p:ph type="body" sz="quarter" idx="20" hasCustomPrompt="1"/>
          </p:nvPr>
        </p:nvSpPr>
        <p:spPr>
          <a:xfrm>
            <a:off x="550863"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34" name="Picture Placeholder 8">
            <a:extLst>
              <a:ext uri="{FF2B5EF4-FFF2-40B4-BE49-F238E27FC236}">
                <a16:creationId xmlns:a16="http://schemas.microsoft.com/office/drawing/2014/main" id="{C92B63FB-DA0F-BB48-99CB-BE1F09978F2D}"/>
              </a:ext>
            </a:extLst>
          </p:cNvPr>
          <p:cNvSpPr>
            <a:spLocks noGrp="1"/>
          </p:cNvSpPr>
          <p:nvPr>
            <p:ph type="pic" sz="quarter" idx="21"/>
          </p:nvPr>
        </p:nvSpPr>
        <p:spPr>
          <a:xfrm>
            <a:off x="550863" y="4790224"/>
            <a:ext cx="1224657" cy="1152128"/>
          </a:xfrm>
          <a:solidFill>
            <a:schemeClr val="bg2"/>
          </a:solidFill>
        </p:spPr>
        <p:txBody>
          <a:bodyPr/>
          <a:lstStyle/>
          <a:p>
            <a:r>
              <a:rPr lang="nl-NL"/>
              <a:t>Klik op het pictogram als u een afbeelding wilt toevoegen</a:t>
            </a:r>
            <a:endParaRPr lang="en-US"/>
          </a:p>
        </p:txBody>
      </p:sp>
      <p:sp>
        <p:nvSpPr>
          <p:cNvPr id="60" name="Text Placeholder 12">
            <a:extLst>
              <a:ext uri="{FF2B5EF4-FFF2-40B4-BE49-F238E27FC236}">
                <a16:creationId xmlns:a16="http://schemas.microsoft.com/office/drawing/2014/main" id="{1DC8CD9B-FBC9-A743-9AC7-E857423B728D}"/>
              </a:ext>
            </a:extLst>
          </p:cNvPr>
          <p:cNvSpPr>
            <a:spLocks noGrp="1"/>
          </p:cNvSpPr>
          <p:nvPr>
            <p:ph type="body" sz="quarter" idx="22" hasCustomPrompt="1"/>
          </p:nvPr>
        </p:nvSpPr>
        <p:spPr>
          <a:xfrm>
            <a:off x="1956459"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61" name="Picture Placeholder 8">
            <a:extLst>
              <a:ext uri="{FF2B5EF4-FFF2-40B4-BE49-F238E27FC236}">
                <a16:creationId xmlns:a16="http://schemas.microsoft.com/office/drawing/2014/main" id="{C711A17C-EBA8-CD4E-BFF4-FA032CDBDEF6}"/>
              </a:ext>
            </a:extLst>
          </p:cNvPr>
          <p:cNvSpPr>
            <a:spLocks noGrp="1"/>
          </p:cNvSpPr>
          <p:nvPr>
            <p:ph type="pic" sz="quarter" idx="23"/>
          </p:nvPr>
        </p:nvSpPr>
        <p:spPr>
          <a:xfrm>
            <a:off x="1956459" y="972289"/>
            <a:ext cx="1224657" cy="1152128"/>
          </a:xfrm>
          <a:solidFill>
            <a:schemeClr val="bg2"/>
          </a:solidFill>
        </p:spPr>
        <p:txBody>
          <a:bodyPr/>
          <a:lstStyle/>
          <a:p>
            <a:r>
              <a:rPr lang="nl-NL"/>
              <a:t>Klik op het pictogram als u een afbeelding wilt toevoegen</a:t>
            </a:r>
            <a:endParaRPr lang="en-US"/>
          </a:p>
        </p:txBody>
      </p:sp>
      <p:sp>
        <p:nvSpPr>
          <p:cNvPr id="62" name="Text Placeholder 12">
            <a:extLst>
              <a:ext uri="{FF2B5EF4-FFF2-40B4-BE49-F238E27FC236}">
                <a16:creationId xmlns:a16="http://schemas.microsoft.com/office/drawing/2014/main" id="{F26CB6DD-98B0-4245-B0C4-2B6E92E7A142}"/>
              </a:ext>
            </a:extLst>
          </p:cNvPr>
          <p:cNvSpPr>
            <a:spLocks noGrp="1"/>
          </p:cNvSpPr>
          <p:nvPr>
            <p:ph type="body" sz="quarter" idx="24" hasCustomPrompt="1"/>
          </p:nvPr>
        </p:nvSpPr>
        <p:spPr>
          <a:xfrm>
            <a:off x="1956459"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63" name="Picture Placeholder 8">
            <a:extLst>
              <a:ext uri="{FF2B5EF4-FFF2-40B4-BE49-F238E27FC236}">
                <a16:creationId xmlns:a16="http://schemas.microsoft.com/office/drawing/2014/main" id="{1BCD8AAC-F130-9941-994A-0B38796B3013}"/>
              </a:ext>
            </a:extLst>
          </p:cNvPr>
          <p:cNvSpPr>
            <a:spLocks noGrp="1"/>
          </p:cNvSpPr>
          <p:nvPr>
            <p:ph type="pic" sz="quarter" idx="25"/>
          </p:nvPr>
        </p:nvSpPr>
        <p:spPr>
          <a:xfrm>
            <a:off x="1956459" y="2852936"/>
            <a:ext cx="1224657" cy="1152128"/>
          </a:xfrm>
          <a:solidFill>
            <a:schemeClr val="bg2"/>
          </a:solidFill>
        </p:spPr>
        <p:txBody>
          <a:bodyPr/>
          <a:lstStyle/>
          <a:p>
            <a:r>
              <a:rPr lang="nl-NL"/>
              <a:t>Klik op het pictogram als u een afbeelding wilt toevoegen</a:t>
            </a:r>
            <a:endParaRPr lang="en-US"/>
          </a:p>
        </p:txBody>
      </p:sp>
      <p:sp>
        <p:nvSpPr>
          <p:cNvPr id="64" name="Text Placeholder 12">
            <a:extLst>
              <a:ext uri="{FF2B5EF4-FFF2-40B4-BE49-F238E27FC236}">
                <a16:creationId xmlns:a16="http://schemas.microsoft.com/office/drawing/2014/main" id="{F9CF4064-F077-0D40-959C-FF7D687EF420}"/>
              </a:ext>
            </a:extLst>
          </p:cNvPr>
          <p:cNvSpPr>
            <a:spLocks noGrp="1"/>
          </p:cNvSpPr>
          <p:nvPr>
            <p:ph type="body" sz="quarter" idx="26" hasCustomPrompt="1"/>
          </p:nvPr>
        </p:nvSpPr>
        <p:spPr>
          <a:xfrm>
            <a:off x="1956459"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65" name="Picture Placeholder 8">
            <a:extLst>
              <a:ext uri="{FF2B5EF4-FFF2-40B4-BE49-F238E27FC236}">
                <a16:creationId xmlns:a16="http://schemas.microsoft.com/office/drawing/2014/main" id="{CB955200-0651-C74C-AEEC-82DA3FF0BB64}"/>
              </a:ext>
            </a:extLst>
          </p:cNvPr>
          <p:cNvSpPr>
            <a:spLocks noGrp="1"/>
          </p:cNvSpPr>
          <p:nvPr>
            <p:ph type="pic" sz="quarter" idx="27"/>
          </p:nvPr>
        </p:nvSpPr>
        <p:spPr>
          <a:xfrm>
            <a:off x="1956459" y="4790224"/>
            <a:ext cx="1224657" cy="1152128"/>
          </a:xfrm>
          <a:solidFill>
            <a:schemeClr val="bg2"/>
          </a:solidFill>
        </p:spPr>
        <p:txBody>
          <a:bodyPr/>
          <a:lstStyle/>
          <a:p>
            <a:r>
              <a:rPr lang="nl-NL"/>
              <a:t>Klik op het pictogram als u een afbeelding wilt toevoegen</a:t>
            </a:r>
            <a:endParaRPr lang="en-US"/>
          </a:p>
        </p:txBody>
      </p:sp>
      <p:sp>
        <p:nvSpPr>
          <p:cNvPr id="66" name="Text Placeholder 12">
            <a:extLst>
              <a:ext uri="{FF2B5EF4-FFF2-40B4-BE49-F238E27FC236}">
                <a16:creationId xmlns:a16="http://schemas.microsoft.com/office/drawing/2014/main" id="{8756267B-A79F-E744-9959-427A7D942822}"/>
              </a:ext>
            </a:extLst>
          </p:cNvPr>
          <p:cNvSpPr>
            <a:spLocks noGrp="1"/>
          </p:cNvSpPr>
          <p:nvPr>
            <p:ph type="body" sz="quarter" idx="28" hasCustomPrompt="1"/>
          </p:nvPr>
        </p:nvSpPr>
        <p:spPr>
          <a:xfrm>
            <a:off x="3362055"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67" name="Picture Placeholder 8">
            <a:extLst>
              <a:ext uri="{FF2B5EF4-FFF2-40B4-BE49-F238E27FC236}">
                <a16:creationId xmlns:a16="http://schemas.microsoft.com/office/drawing/2014/main" id="{AB214375-39A5-A04C-A353-56F3FB5634EF}"/>
              </a:ext>
            </a:extLst>
          </p:cNvPr>
          <p:cNvSpPr>
            <a:spLocks noGrp="1"/>
          </p:cNvSpPr>
          <p:nvPr>
            <p:ph type="pic" sz="quarter" idx="29"/>
          </p:nvPr>
        </p:nvSpPr>
        <p:spPr>
          <a:xfrm>
            <a:off x="3362055" y="972289"/>
            <a:ext cx="1224657" cy="1152128"/>
          </a:xfrm>
          <a:solidFill>
            <a:schemeClr val="bg2"/>
          </a:solidFill>
        </p:spPr>
        <p:txBody>
          <a:bodyPr/>
          <a:lstStyle/>
          <a:p>
            <a:r>
              <a:rPr lang="nl-NL"/>
              <a:t>Klik op het pictogram als u een afbeelding wilt toevoegen</a:t>
            </a:r>
            <a:endParaRPr lang="en-US"/>
          </a:p>
        </p:txBody>
      </p:sp>
      <p:sp>
        <p:nvSpPr>
          <p:cNvPr id="68" name="Text Placeholder 12">
            <a:extLst>
              <a:ext uri="{FF2B5EF4-FFF2-40B4-BE49-F238E27FC236}">
                <a16:creationId xmlns:a16="http://schemas.microsoft.com/office/drawing/2014/main" id="{F971FDCB-BC91-F146-98E5-57CF54135C71}"/>
              </a:ext>
            </a:extLst>
          </p:cNvPr>
          <p:cNvSpPr>
            <a:spLocks noGrp="1"/>
          </p:cNvSpPr>
          <p:nvPr>
            <p:ph type="body" sz="quarter" idx="30" hasCustomPrompt="1"/>
          </p:nvPr>
        </p:nvSpPr>
        <p:spPr>
          <a:xfrm>
            <a:off x="3362055"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69" name="Picture Placeholder 8">
            <a:extLst>
              <a:ext uri="{FF2B5EF4-FFF2-40B4-BE49-F238E27FC236}">
                <a16:creationId xmlns:a16="http://schemas.microsoft.com/office/drawing/2014/main" id="{574F9D68-D350-7E4F-90EA-2807CE24F91B}"/>
              </a:ext>
            </a:extLst>
          </p:cNvPr>
          <p:cNvSpPr>
            <a:spLocks noGrp="1"/>
          </p:cNvSpPr>
          <p:nvPr>
            <p:ph type="pic" sz="quarter" idx="31"/>
          </p:nvPr>
        </p:nvSpPr>
        <p:spPr>
          <a:xfrm>
            <a:off x="3362055" y="2852936"/>
            <a:ext cx="1224657" cy="1152128"/>
          </a:xfrm>
          <a:solidFill>
            <a:schemeClr val="bg2"/>
          </a:solidFill>
        </p:spPr>
        <p:txBody>
          <a:bodyPr/>
          <a:lstStyle/>
          <a:p>
            <a:r>
              <a:rPr lang="nl-NL"/>
              <a:t>Klik op het pictogram als u een afbeelding wilt toevoegen</a:t>
            </a:r>
            <a:endParaRPr lang="en-US"/>
          </a:p>
        </p:txBody>
      </p:sp>
      <p:sp>
        <p:nvSpPr>
          <p:cNvPr id="70" name="Text Placeholder 12">
            <a:extLst>
              <a:ext uri="{FF2B5EF4-FFF2-40B4-BE49-F238E27FC236}">
                <a16:creationId xmlns:a16="http://schemas.microsoft.com/office/drawing/2014/main" id="{161D954B-029D-4446-BB28-9C9DC930D5F7}"/>
              </a:ext>
            </a:extLst>
          </p:cNvPr>
          <p:cNvSpPr>
            <a:spLocks noGrp="1"/>
          </p:cNvSpPr>
          <p:nvPr>
            <p:ph type="body" sz="quarter" idx="32" hasCustomPrompt="1"/>
          </p:nvPr>
        </p:nvSpPr>
        <p:spPr>
          <a:xfrm>
            <a:off x="3362055"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71" name="Picture Placeholder 8">
            <a:extLst>
              <a:ext uri="{FF2B5EF4-FFF2-40B4-BE49-F238E27FC236}">
                <a16:creationId xmlns:a16="http://schemas.microsoft.com/office/drawing/2014/main" id="{62845A80-D3AC-E049-B40E-CA9C5E1D75EF}"/>
              </a:ext>
            </a:extLst>
          </p:cNvPr>
          <p:cNvSpPr>
            <a:spLocks noGrp="1"/>
          </p:cNvSpPr>
          <p:nvPr>
            <p:ph type="pic" sz="quarter" idx="33"/>
          </p:nvPr>
        </p:nvSpPr>
        <p:spPr>
          <a:xfrm>
            <a:off x="3362055" y="4790224"/>
            <a:ext cx="1224657" cy="1152128"/>
          </a:xfrm>
          <a:solidFill>
            <a:schemeClr val="bg2"/>
          </a:solidFill>
        </p:spPr>
        <p:txBody>
          <a:bodyPr/>
          <a:lstStyle/>
          <a:p>
            <a:r>
              <a:rPr lang="nl-NL"/>
              <a:t>Klik op het pictogram als u een afbeelding wilt toevoegen</a:t>
            </a:r>
            <a:endParaRPr lang="en-US"/>
          </a:p>
        </p:txBody>
      </p:sp>
      <p:sp>
        <p:nvSpPr>
          <p:cNvPr id="72" name="Text Placeholder 12">
            <a:extLst>
              <a:ext uri="{FF2B5EF4-FFF2-40B4-BE49-F238E27FC236}">
                <a16:creationId xmlns:a16="http://schemas.microsoft.com/office/drawing/2014/main" id="{488E60BF-F93C-9541-9710-7C1A80851822}"/>
              </a:ext>
            </a:extLst>
          </p:cNvPr>
          <p:cNvSpPr>
            <a:spLocks noGrp="1"/>
          </p:cNvSpPr>
          <p:nvPr>
            <p:ph type="body" sz="quarter" idx="34" hasCustomPrompt="1"/>
          </p:nvPr>
        </p:nvSpPr>
        <p:spPr>
          <a:xfrm>
            <a:off x="4767651"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73" name="Picture Placeholder 8">
            <a:extLst>
              <a:ext uri="{FF2B5EF4-FFF2-40B4-BE49-F238E27FC236}">
                <a16:creationId xmlns:a16="http://schemas.microsoft.com/office/drawing/2014/main" id="{FEEEAC87-2ED9-2E4D-86DF-9ECBAE188C60}"/>
              </a:ext>
            </a:extLst>
          </p:cNvPr>
          <p:cNvSpPr>
            <a:spLocks noGrp="1"/>
          </p:cNvSpPr>
          <p:nvPr>
            <p:ph type="pic" sz="quarter" idx="35"/>
          </p:nvPr>
        </p:nvSpPr>
        <p:spPr>
          <a:xfrm>
            <a:off x="4767651" y="972289"/>
            <a:ext cx="1224657" cy="1152128"/>
          </a:xfrm>
          <a:solidFill>
            <a:schemeClr val="bg2"/>
          </a:solidFill>
        </p:spPr>
        <p:txBody>
          <a:bodyPr/>
          <a:lstStyle/>
          <a:p>
            <a:r>
              <a:rPr lang="nl-NL"/>
              <a:t>Klik op het pictogram als u een afbeelding wilt toevoegen</a:t>
            </a:r>
            <a:endParaRPr lang="en-US"/>
          </a:p>
        </p:txBody>
      </p:sp>
      <p:sp>
        <p:nvSpPr>
          <p:cNvPr id="74" name="Text Placeholder 12">
            <a:extLst>
              <a:ext uri="{FF2B5EF4-FFF2-40B4-BE49-F238E27FC236}">
                <a16:creationId xmlns:a16="http://schemas.microsoft.com/office/drawing/2014/main" id="{F9FC3E3A-578A-F947-A373-E3F30C72C6CE}"/>
              </a:ext>
            </a:extLst>
          </p:cNvPr>
          <p:cNvSpPr>
            <a:spLocks noGrp="1"/>
          </p:cNvSpPr>
          <p:nvPr>
            <p:ph type="body" sz="quarter" idx="36" hasCustomPrompt="1"/>
          </p:nvPr>
        </p:nvSpPr>
        <p:spPr>
          <a:xfrm>
            <a:off x="4767651"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75" name="Picture Placeholder 8">
            <a:extLst>
              <a:ext uri="{FF2B5EF4-FFF2-40B4-BE49-F238E27FC236}">
                <a16:creationId xmlns:a16="http://schemas.microsoft.com/office/drawing/2014/main" id="{2AFA8EDE-CE13-B945-B4F6-56E3F889B8ED}"/>
              </a:ext>
            </a:extLst>
          </p:cNvPr>
          <p:cNvSpPr>
            <a:spLocks noGrp="1"/>
          </p:cNvSpPr>
          <p:nvPr>
            <p:ph type="pic" sz="quarter" idx="37"/>
          </p:nvPr>
        </p:nvSpPr>
        <p:spPr>
          <a:xfrm>
            <a:off x="4767651" y="2852936"/>
            <a:ext cx="1224657" cy="1152128"/>
          </a:xfrm>
          <a:solidFill>
            <a:schemeClr val="bg2"/>
          </a:solidFill>
        </p:spPr>
        <p:txBody>
          <a:bodyPr/>
          <a:lstStyle/>
          <a:p>
            <a:r>
              <a:rPr lang="nl-NL"/>
              <a:t>Klik op het pictogram als u een afbeelding wilt toevoegen</a:t>
            </a:r>
            <a:endParaRPr lang="en-US"/>
          </a:p>
        </p:txBody>
      </p:sp>
      <p:sp>
        <p:nvSpPr>
          <p:cNvPr id="76" name="Text Placeholder 12">
            <a:extLst>
              <a:ext uri="{FF2B5EF4-FFF2-40B4-BE49-F238E27FC236}">
                <a16:creationId xmlns:a16="http://schemas.microsoft.com/office/drawing/2014/main" id="{C8F525B0-A7A0-B64A-B445-277D45D8E7B1}"/>
              </a:ext>
            </a:extLst>
          </p:cNvPr>
          <p:cNvSpPr>
            <a:spLocks noGrp="1"/>
          </p:cNvSpPr>
          <p:nvPr>
            <p:ph type="body" sz="quarter" idx="38" hasCustomPrompt="1"/>
          </p:nvPr>
        </p:nvSpPr>
        <p:spPr>
          <a:xfrm>
            <a:off x="4767651"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77" name="Picture Placeholder 8">
            <a:extLst>
              <a:ext uri="{FF2B5EF4-FFF2-40B4-BE49-F238E27FC236}">
                <a16:creationId xmlns:a16="http://schemas.microsoft.com/office/drawing/2014/main" id="{FD4B3624-2890-8C4D-8939-46E957AC6B43}"/>
              </a:ext>
            </a:extLst>
          </p:cNvPr>
          <p:cNvSpPr>
            <a:spLocks noGrp="1"/>
          </p:cNvSpPr>
          <p:nvPr>
            <p:ph type="pic" sz="quarter" idx="39"/>
          </p:nvPr>
        </p:nvSpPr>
        <p:spPr>
          <a:xfrm>
            <a:off x="4767651" y="4790224"/>
            <a:ext cx="1224657" cy="1152128"/>
          </a:xfrm>
          <a:solidFill>
            <a:schemeClr val="bg2"/>
          </a:solidFill>
        </p:spPr>
        <p:txBody>
          <a:bodyPr/>
          <a:lstStyle/>
          <a:p>
            <a:r>
              <a:rPr lang="nl-NL"/>
              <a:t>Klik op het pictogram als u een afbeelding wilt toevoegen</a:t>
            </a:r>
            <a:endParaRPr lang="en-US"/>
          </a:p>
        </p:txBody>
      </p:sp>
      <p:sp>
        <p:nvSpPr>
          <p:cNvPr id="78" name="Text Placeholder 12">
            <a:extLst>
              <a:ext uri="{FF2B5EF4-FFF2-40B4-BE49-F238E27FC236}">
                <a16:creationId xmlns:a16="http://schemas.microsoft.com/office/drawing/2014/main" id="{6D214E2A-8CA9-714B-AB6D-F9ABD0B579E7}"/>
              </a:ext>
            </a:extLst>
          </p:cNvPr>
          <p:cNvSpPr>
            <a:spLocks noGrp="1"/>
          </p:cNvSpPr>
          <p:nvPr>
            <p:ph type="body" sz="quarter" idx="40" hasCustomPrompt="1"/>
          </p:nvPr>
        </p:nvSpPr>
        <p:spPr>
          <a:xfrm>
            <a:off x="6199694"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79" name="Picture Placeholder 8">
            <a:extLst>
              <a:ext uri="{FF2B5EF4-FFF2-40B4-BE49-F238E27FC236}">
                <a16:creationId xmlns:a16="http://schemas.microsoft.com/office/drawing/2014/main" id="{D6B955F2-4FB9-B14E-AD8D-4B8FBE6BAB1A}"/>
              </a:ext>
            </a:extLst>
          </p:cNvPr>
          <p:cNvSpPr>
            <a:spLocks noGrp="1"/>
          </p:cNvSpPr>
          <p:nvPr>
            <p:ph type="pic" sz="quarter" idx="41"/>
          </p:nvPr>
        </p:nvSpPr>
        <p:spPr>
          <a:xfrm>
            <a:off x="6199694" y="972289"/>
            <a:ext cx="1224657" cy="1152128"/>
          </a:xfrm>
          <a:solidFill>
            <a:schemeClr val="bg2"/>
          </a:solidFill>
        </p:spPr>
        <p:txBody>
          <a:bodyPr/>
          <a:lstStyle/>
          <a:p>
            <a:r>
              <a:rPr lang="nl-NL"/>
              <a:t>Klik op het pictogram als u een afbeelding wilt toevoegen</a:t>
            </a:r>
            <a:endParaRPr lang="en-US"/>
          </a:p>
        </p:txBody>
      </p:sp>
      <p:sp>
        <p:nvSpPr>
          <p:cNvPr id="80" name="Text Placeholder 12">
            <a:extLst>
              <a:ext uri="{FF2B5EF4-FFF2-40B4-BE49-F238E27FC236}">
                <a16:creationId xmlns:a16="http://schemas.microsoft.com/office/drawing/2014/main" id="{E7596CF5-6C02-8340-A408-112A5B58EB24}"/>
              </a:ext>
            </a:extLst>
          </p:cNvPr>
          <p:cNvSpPr>
            <a:spLocks noGrp="1"/>
          </p:cNvSpPr>
          <p:nvPr>
            <p:ph type="body" sz="quarter" idx="42" hasCustomPrompt="1"/>
          </p:nvPr>
        </p:nvSpPr>
        <p:spPr>
          <a:xfrm>
            <a:off x="6199694"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81" name="Picture Placeholder 8">
            <a:extLst>
              <a:ext uri="{FF2B5EF4-FFF2-40B4-BE49-F238E27FC236}">
                <a16:creationId xmlns:a16="http://schemas.microsoft.com/office/drawing/2014/main" id="{55DBFE82-123F-FE44-AC7A-88E06FF85B37}"/>
              </a:ext>
            </a:extLst>
          </p:cNvPr>
          <p:cNvSpPr>
            <a:spLocks noGrp="1"/>
          </p:cNvSpPr>
          <p:nvPr>
            <p:ph type="pic" sz="quarter" idx="43"/>
          </p:nvPr>
        </p:nvSpPr>
        <p:spPr>
          <a:xfrm>
            <a:off x="6199694" y="2852936"/>
            <a:ext cx="1224657" cy="1152128"/>
          </a:xfrm>
          <a:solidFill>
            <a:schemeClr val="bg2"/>
          </a:solidFill>
        </p:spPr>
        <p:txBody>
          <a:bodyPr/>
          <a:lstStyle/>
          <a:p>
            <a:r>
              <a:rPr lang="nl-NL"/>
              <a:t>Klik op het pictogram als u een afbeelding wilt toevoegen</a:t>
            </a:r>
            <a:endParaRPr lang="en-US"/>
          </a:p>
        </p:txBody>
      </p:sp>
      <p:sp>
        <p:nvSpPr>
          <p:cNvPr id="82" name="Text Placeholder 12">
            <a:extLst>
              <a:ext uri="{FF2B5EF4-FFF2-40B4-BE49-F238E27FC236}">
                <a16:creationId xmlns:a16="http://schemas.microsoft.com/office/drawing/2014/main" id="{F1840D82-F560-F347-9BCB-C815B1236B93}"/>
              </a:ext>
            </a:extLst>
          </p:cNvPr>
          <p:cNvSpPr>
            <a:spLocks noGrp="1"/>
          </p:cNvSpPr>
          <p:nvPr>
            <p:ph type="body" sz="quarter" idx="44" hasCustomPrompt="1"/>
          </p:nvPr>
        </p:nvSpPr>
        <p:spPr>
          <a:xfrm>
            <a:off x="6199694"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83" name="Picture Placeholder 8">
            <a:extLst>
              <a:ext uri="{FF2B5EF4-FFF2-40B4-BE49-F238E27FC236}">
                <a16:creationId xmlns:a16="http://schemas.microsoft.com/office/drawing/2014/main" id="{D1250F34-D376-2949-9C33-28D532F3E108}"/>
              </a:ext>
            </a:extLst>
          </p:cNvPr>
          <p:cNvSpPr>
            <a:spLocks noGrp="1"/>
          </p:cNvSpPr>
          <p:nvPr>
            <p:ph type="pic" sz="quarter" idx="45"/>
          </p:nvPr>
        </p:nvSpPr>
        <p:spPr>
          <a:xfrm>
            <a:off x="6199694" y="4790224"/>
            <a:ext cx="1224657" cy="1152128"/>
          </a:xfrm>
          <a:solidFill>
            <a:schemeClr val="bg2"/>
          </a:solidFill>
        </p:spPr>
        <p:txBody>
          <a:bodyPr/>
          <a:lstStyle/>
          <a:p>
            <a:r>
              <a:rPr lang="nl-NL"/>
              <a:t>Klik op het pictogram als u een afbeelding wilt toevoegen</a:t>
            </a:r>
            <a:endParaRPr lang="en-US"/>
          </a:p>
        </p:txBody>
      </p:sp>
      <p:sp>
        <p:nvSpPr>
          <p:cNvPr id="84" name="Text Placeholder 12">
            <a:extLst>
              <a:ext uri="{FF2B5EF4-FFF2-40B4-BE49-F238E27FC236}">
                <a16:creationId xmlns:a16="http://schemas.microsoft.com/office/drawing/2014/main" id="{2E652576-CB32-664B-8A88-A60620C98325}"/>
              </a:ext>
            </a:extLst>
          </p:cNvPr>
          <p:cNvSpPr>
            <a:spLocks noGrp="1"/>
          </p:cNvSpPr>
          <p:nvPr>
            <p:ph type="body" sz="quarter" idx="46" hasCustomPrompt="1"/>
          </p:nvPr>
        </p:nvSpPr>
        <p:spPr>
          <a:xfrm>
            <a:off x="7602593"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85" name="Picture Placeholder 8">
            <a:extLst>
              <a:ext uri="{FF2B5EF4-FFF2-40B4-BE49-F238E27FC236}">
                <a16:creationId xmlns:a16="http://schemas.microsoft.com/office/drawing/2014/main" id="{E4166B57-4E09-FA40-A5F3-9ED3F40F3DB4}"/>
              </a:ext>
            </a:extLst>
          </p:cNvPr>
          <p:cNvSpPr>
            <a:spLocks noGrp="1"/>
          </p:cNvSpPr>
          <p:nvPr>
            <p:ph type="pic" sz="quarter" idx="47"/>
          </p:nvPr>
        </p:nvSpPr>
        <p:spPr>
          <a:xfrm>
            <a:off x="7602593" y="972289"/>
            <a:ext cx="1224657" cy="1152128"/>
          </a:xfrm>
          <a:solidFill>
            <a:schemeClr val="bg2"/>
          </a:solidFill>
        </p:spPr>
        <p:txBody>
          <a:bodyPr/>
          <a:lstStyle/>
          <a:p>
            <a:r>
              <a:rPr lang="nl-NL"/>
              <a:t>Klik op het pictogram als u een afbeelding wilt toevoegen</a:t>
            </a:r>
            <a:endParaRPr lang="en-US"/>
          </a:p>
        </p:txBody>
      </p:sp>
      <p:sp>
        <p:nvSpPr>
          <p:cNvPr id="86" name="Text Placeholder 12">
            <a:extLst>
              <a:ext uri="{FF2B5EF4-FFF2-40B4-BE49-F238E27FC236}">
                <a16:creationId xmlns:a16="http://schemas.microsoft.com/office/drawing/2014/main" id="{3A39CC8F-58E9-314A-A2E3-DD3D6A5B4E94}"/>
              </a:ext>
            </a:extLst>
          </p:cNvPr>
          <p:cNvSpPr>
            <a:spLocks noGrp="1"/>
          </p:cNvSpPr>
          <p:nvPr>
            <p:ph type="body" sz="quarter" idx="48" hasCustomPrompt="1"/>
          </p:nvPr>
        </p:nvSpPr>
        <p:spPr>
          <a:xfrm>
            <a:off x="7602593"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87" name="Picture Placeholder 8">
            <a:extLst>
              <a:ext uri="{FF2B5EF4-FFF2-40B4-BE49-F238E27FC236}">
                <a16:creationId xmlns:a16="http://schemas.microsoft.com/office/drawing/2014/main" id="{592C16BF-9FD2-B648-A817-307F47E2DDEF}"/>
              </a:ext>
            </a:extLst>
          </p:cNvPr>
          <p:cNvSpPr>
            <a:spLocks noGrp="1"/>
          </p:cNvSpPr>
          <p:nvPr>
            <p:ph type="pic" sz="quarter" idx="49"/>
          </p:nvPr>
        </p:nvSpPr>
        <p:spPr>
          <a:xfrm>
            <a:off x="7602593" y="2852936"/>
            <a:ext cx="1224657" cy="1152128"/>
          </a:xfrm>
          <a:solidFill>
            <a:schemeClr val="bg2"/>
          </a:solidFill>
        </p:spPr>
        <p:txBody>
          <a:bodyPr/>
          <a:lstStyle/>
          <a:p>
            <a:r>
              <a:rPr lang="nl-NL"/>
              <a:t>Klik op het pictogram als u een afbeelding wilt toevoegen</a:t>
            </a:r>
            <a:endParaRPr lang="en-US"/>
          </a:p>
        </p:txBody>
      </p:sp>
      <p:sp>
        <p:nvSpPr>
          <p:cNvPr id="88" name="Text Placeholder 12">
            <a:extLst>
              <a:ext uri="{FF2B5EF4-FFF2-40B4-BE49-F238E27FC236}">
                <a16:creationId xmlns:a16="http://schemas.microsoft.com/office/drawing/2014/main" id="{3AF328B4-E333-1042-BF20-5C692BE2DED5}"/>
              </a:ext>
            </a:extLst>
          </p:cNvPr>
          <p:cNvSpPr>
            <a:spLocks noGrp="1"/>
          </p:cNvSpPr>
          <p:nvPr>
            <p:ph type="body" sz="quarter" idx="50" hasCustomPrompt="1"/>
          </p:nvPr>
        </p:nvSpPr>
        <p:spPr>
          <a:xfrm>
            <a:off x="7602593"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89" name="Picture Placeholder 8">
            <a:extLst>
              <a:ext uri="{FF2B5EF4-FFF2-40B4-BE49-F238E27FC236}">
                <a16:creationId xmlns:a16="http://schemas.microsoft.com/office/drawing/2014/main" id="{FE1C45B4-BC2A-0848-85DF-93BB57E800FF}"/>
              </a:ext>
            </a:extLst>
          </p:cNvPr>
          <p:cNvSpPr>
            <a:spLocks noGrp="1"/>
          </p:cNvSpPr>
          <p:nvPr>
            <p:ph type="pic" sz="quarter" idx="51"/>
          </p:nvPr>
        </p:nvSpPr>
        <p:spPr>
          <a:xfrm>
            <a:off x="7602593" y="4790224"/>
            <a:ext cx="1224657" cy="1152128"/>
          </a:xfrm>
          <a:solidFill>
            <a:schemeClr val="bg2"/>
          </a:solidFill>
        </p:spPr>
        <p:txBody>
          <a:bodyPr/>
          <a:lstStyle/>
          <a:p>
            <a:r>
              <a:rPr lang="nl-NL"/>
              <a:t>Klik op het pictogram als u een afbeelding wilt toevoegen</a:t>
            </a:r>
            <a:endParaRPr lang="en-US"/>
          </a:p>
        </p:txBody>
      </p:sp>
      <p:sp>
        <p:nvSpPr>
          <p:cNvPr id="90" name="Text Placeholder 12">
            <a:extLst>
              <a:ext uri="{FF2B5EF4-FFF2-40B4-BE49-F238E27FC236}">
                <a16:creationId xmlns:a16="http://schemas.microsoft.com/office/drawing/2014/main" id="{BEF39294-F373-1442-A52B-90B650333EF5}"/>
              </a:ext>
            </a:extLst>
          </p:cNvPr>
          <p:cNvSpPr>
            <a:spLocks noGrp="1"/>
          </p:cNvSpPr>
          <p:nvPr>
            <p:ph type="body" sz="quarter" idx="52" hasCustomPrompt="1"/>
          </p:nvPr>
        </p:nvSpPr>
        <p:spPr>
          <a:xfrm>
            <a:off x="9012939"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91" name="Picture Placeholder 8">
            <a:extLst>
              <a:ext uri="{FF2B5EF4-FFF2-40B4-BE49-F238E27FC236}">
                <a16:creationId xmlns:a16="http://schemas.microsoft.com/office/drawing/2014/main" id="{F1BFB789-5B32-2142-86DB-1BD9132002E7}"/>
              </a:ext>
            </a:extLst>
          </p:cNvPr>
          <p:cNvSpPr>
            <a:spLocks noGrp="1"/>
          </p:cNvSpPr>
          <p:nvPr>
            <p:ph type="pic" sz="quarter" idx="53"/>
          </p:nvPr>
        </p:nvSpPr>
        <p:spPr>
          <a:xfrm>
            <a:off x="9012939" y="972289"/>
            <a:ext cx="1224657" cy="1152128"/>
          </a:xfrm>
          <a:solidFill>
            <a:schemeClr val="bg2"/>
          </a:solidFill>
        </p:spPr>
        <p:txBody>
          <a:bodyPr/>
          <a:lstStyle/>
          <a:p>
            <a:r>
              <a:rPr lang="nl-NL"/>
              <a:t>Klik op het pictogram als u een afbeelding wilt toevoegen</a:t>
            </a:r>
            <a:endParaRPr lang="en-US"/>
          </a:p>
        </p:txBody>
      </p:sp>
      <p:sp>
        <p:nvSpPr>
          <p:cNvPr id="92" name="Text Placeholder 12">
            <a:extLst>
              <a:ext uri="{FF2B5EF4-FFF2-40B4-BE49-F238E27FC236}">
                <a16:creationId xmlns:a16="http://schemas.microsoft.com/office/drawing/2014/main" id="{675A9E3C-585C-B248-896C-1414E40E7A73}"/>
              </a:ext>
            </a:extLst>
          </p:cNvPr>
          <p:cNvSpPr>
            <a:spLocks noGrp="1"/>
          </p:cNvSpPr>
          <p:nvPr>
            <p:ph type="body" sz="quarter" idx="54" hasCustomPrompt="1"/>
          </p:nvPr>
        </p:nvSpPr>
        <p:spPr>
          <a:xfrm>
            <a:off x="9012939"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93" name="Picture Placeholder 8">
            <a:extLst>
              <a:ext uri="{FF2B5EF4-FFF2-40B4-BE49-F238E27FC236}">
                <a16:creationId xmlns:a16="http://schemas.microsoft.com/office/drawing/2014/main" id="{29364FDE-F38F-AA40-A782-82BB5A87E64D}"/>
              </a:ext>
            </a:extLst>
          </p:cNvPr>
          <p:cNvSpPr>
            <a:spLocks noGrp="1"/>
          </p:cNvSpPr>
          <p:nvPr>
            <p:ph type="pic" sz="quarter" idx="55"/>
          </p:nvPr>
        </p:nvSpPr>
        <p:spPr>
          <a:xfrm>
            <a:off x="9012939" y="2852936"/>
            <a:ext cx="1224657" cy="1152128"/>
          </a:xfrm>
          <a:solidFill>
            <a:schemeClr val="bg2"/>
          </a:solidFill>
        </p:spPr>
        <p:txBody>
          <a:bodyPr/>
          <a:lstStyle/>
          <a:p>
            <a:r>
              <a:rPr lang="nl-NL"/>
              <a:t>Klik op het pictogram als u een afbeelding wilt toevoegen</a:t>
            </a:r>
            <a:endParaRPr lang="en-US"/>
          </a:p>
        </p:txBody>
      </p:sp>
      <p:sp>
        <p:nvSpPr>
          <p:cNvPr id="94" name="Text Placeholder 12">
            <a:extLst>
              <a:ext uri="{FF2B5EF4-FFF2-40B4-BE49-F238E27FC236}">
                <a16:creationId xmlns:a16="http://schemas.microsoft.com/office/drawing/2014/main" id="{6BDD965A-6A84-7042-98AA-3F3DEB403997}"/>
              </a:ext>
            </a:extLst>
          </p:cNvPr>
          <p:cNvSpPr>
            <a:spLocks noGrp="1"/>
          </p:cNvSpPr>
          <p:nvPr>
            <p:ph type="body" sz="quarter" idx="56" hasCustomPrompt="1"/>
          </p:nvPr>
        </p:nvSpPr>
        <p:spPr>
          <a:xfrm>
            <a:off x="9012939"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95" name="Picture Placeholder 8">
            <a:extLst>
              <a:ext uri="{FF2B5EF4-FFF2-40B4-BE49-F238E27FC236}">
                <a16:creationId xmlns:a16="http://schemas.microsoft.com/office/drawing/2014/main" id="{7B42BFA0-5CE4-1847-87E6-196EFFCF7AB9}"/>
              </a:ext>
            </a:extLst>
          </p:cNvPr>
          <p:cNvSpPr>
            <a:spLocks noGrp="1"/>
          </p:cNvSpPr>
          <p:nvPr>
            <p:ph type="pic" sz="quarter" idx="57"/>
          </p:nvPr>
        </p:nvSpPr>
        <p:spPr>
          <a:xfrm>
            <a:off x="9012939" y="4790224"/>
            <a:ext cx="1224657" cy="1152128"/>
          </a:xfrm>
          <a:solidFill>
            <a:schemeClr val="bg2"/>
          </a:solidFill>
        </p:spPr>
        <p:txBody>
          <a:bodyPr/>
          <a:lstStyle/>
          <a:p>
            <a:r>
              <a:rPr lang="nl-NL"/>
              <a:t>Klik op het pictogram als u een afbeelding wilt toevoegen</a:t>
            </a:r>
            <a:endParaRPr lang="en-US"/>
          </a:p>
        </p:txBody>
      </p:sp>
      <p:sp>
        <p:nvSpPr>
          <p:cNvPr id="96" name="Text Placeholder 12">
            <a:extLst>
              <a:ext uri="{FF2B5EF4-FFF2-40B4-BE49-F238E27FC236}">
                <a16:creationId xmlns:a16="http://schemas.microsoft.com/office/drawing/2014/main" id="{FEC924B8-D6BA-A149-84F7-1B4FA99CEC3D}"/>
              </a:ext>
            </a:extLst>
          </p:cNvPr>
          <p:cNvSpPr>
            <a:spLocks noGrp="1"/>
          </p:cNvSpPr>
          <p:nvPr>
            <p:ph type="body" sz="quarter" idx="58" hasCustomPrompt="1"/>
          </p:nvPr>
        </p:nvSpPr>
        <p:spPr>
          <a:xfrm>
            <a:off x="10416480" y="2132856"/>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97" name="Picture Placeholder 8">
            <a:extLst>
              <a:ext uri="{FF2B5EF4-FFF2-40B4-BE49-F238E27FC236}">
                <a16:creationId xmlns:a16="http://schemas.microsoft.com/office/drawing/2014/main" id="{B57BAD7E-DAA7-6949-87C2-850149806667}"/>
              </a:ext>
            </a:extLst>
          </p:cNvPr>
          <p:cNvSpPr>
            <a:spLocks noGrp="1"/>
          </p:cNvSpPr>
          <p:nvPr>
            <p:ph type="pic" sz="quarter" idx="59"/>
          </p:nvPr>
        </p:nvSpPr>
        <p:spPr>
          <a:xfrm>
            <a:off x="10416480" y="972289"/>
            <a:ext cx="1224657" cy="1152128"/>
          </a:xfrm>
          <a:solidFill>
            <a:schemeClr val="bg2"/>
          </a:solidFill>
        </p:spPr>
        <p:txBody>
          <a:bodyPr/>
          <a:lstStyle/>
          <a:p>
            <a:r>
              <a:rPr lang="nl-NL"/>
              <a:t>Klik op het pictogram als u een afbeelding wilt toevoegen</a:t>
            </a:r>
            <a:endParaRPr lang="en-US"/>
          </a:p>
        </p:txBody>
      </p:sp>
      <p:sp>
        <p:nvSpPr>
          <p:cNvPr id="98" name="Text Placeholder 12">
            <a:extLst>
              <a:ext uri="{FF2B5EF4-FFF2-40B4-BE49-F238E27FC236}">
                <a16:creationId xmlns:a16="http://schemas.microsoft.com/office/drawing/2014/main" id="{1B26F47C-7F50-3646-816E-8287244A931E}"/>
              </a:ext>
            </a:extLst>
          </p:cNvPr>
          <p:cNvSpPr>
            <a:spLocks noGrp="1"/>
          </p:cNvSpPr>
          <p:nvPr>
            <p:ph type="body" sz="quarter" idx="60" hasCustomPrompt="1"/>
          </p:nvPr>
        </p:nvSpPr>
        <p:spPr>
          <a:xfrm>
            <a:off x="10416480" y="4013503"/>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99" name="Picture Placeholder 8">
            <a:extLst>
              <a:ext uri="{FF2B5EF4-FFF2-40B4-BE49-F238E27FC236}">
                <a16:creationId xmlns:a16="http://schemas.microsoft.com/office/drawing/2014/main" id="{C2153297-79A0-6C48-ABD0-F830FF142A3B}"/>
              </a:ext>
            </a:extLst>
          </p:cNvPr>
          <p:cNvSpPr>
            <a:spLocks noGrp="1"/>
          </p:cNvSpPr>
          <p:nvPr>
            <p:ph type="pic" sz="quarter" idx="61"/>
          </p:nvPr>
        </p:nvSpPr>
        <p:spPr>
          <a:xfrm>
            <a:off x="10416480" y="2852936"/>
            <a:ext cx="1224657" cy="1152128"/>
          </a:xfrm>
          <a:solidFill>
            <a:schemeClr val="bg2"/>
          </a:solidFill>
        </p:spPr>
        <p:txBody>
          <a:bodyPr/>
          <a:lstStyle/>
          <a:p>
            <a:r>
              <a:rPr lang="nl-NL"/>
              <a:t>Klik op het pictogram als u een afbeelding wilt toevoegen</a:t>
            </a:r>
            <a:endParaRPr lang="en-US"/>
          </a:p>
        </p:txBody>
      </p:sp>
      <p:sp>
        <p:nvSpPr>
          <p:cNvPr id="100" name="Text Placeholder 12">
            <a:extLst>
              <a:ext uri="{FF2B5EF4-FFF2-40B4-BE49-F238E27FC236}">
                <a16:creationId xmlns:a16="http://schemas.microsoft.com/office/drawing/2014/main" id="{99FBB044-8A68-D04F-B2B5-2630A13452E2}"/>
              </a:ext>
            </a:extLst>
          </p:cNvPr>
          <p:cNvSpPr>
            <a:spLocks noGrp="1"/>
          </p:cNvSpPr>
          <p:nvPr>
            <p:ph type="body" sz="quarter" idx="62" hasCustomPrompt="1"/>
          </p:nvPr>
        </p:nvSpPr>
        <p:spPr>
          <a:xfrm>
            <a:off x="10416480" y="5950791"/>
            <a:ext cx="1224657" cy="500707"/>
          </a:xfrm>
        </p:spPr>
        <p:txBody>
          <a:bodyPr lIns="0" tIns="36000" rIns="0" bIns="0" numCol="1" spcCol="1008000">
            <a:normAutofit/>
          </a:bodyPr>
          <a:lstStyle>
            <a:lvl1pPr>
              <a:lnSpc>
                <a:spcPct val="100000"/>
              </a:lnSpc>
              <a:spcBef>
                <a:spcPts val="0"/>
              </a:spcBef>
              <a:defRPr sz="1000" b="1" i="0">
                <a:latin typeface="Arial Black" panose="020B0604020202020204" pitchFamily="34" charset="0"/>
              </a:defRPr>
            </a:lvl1pPr>
            <a:lvl2pPr marL="6350" indent="0">
              <a:lnSpc>
                <a:spcPct val="100000"/>
              </a:lnSpc>
              <a:spcBef>
                <a:spcPts val="0"/>
              </a:spcBef>
              <a:buNone/>
              <a:tabLst/>
              <a:defRPr sz="1000"/>
            </a:lvl2pPr>
            <a:lvl3pPr marL="6350" indent="0">
              <a:buNone/>
              <a:tabLst/>
              <a:defRPr/>
            </a:lvl3pPr>
            <a:lvl4pPr marL="6350" indent="0">
              <a:buNone/>
              <a:tabLst/>
              <a:defRPr/>
            </a:lvl4pPr>
            <a:lvl5pPr marL="6350" indent="0">
              <a:buNone/>
              <a:tabLst/>
              <a:defRPr/>
            </a:lvl5pPr>
          </a:lstStyle>
          <a:p>
            <a:pPr lvl="0"/>
            <a:r>
              <a:rPr lang="en-GB"/>
              <a:t>Naam</a:t>
            </a:r>
          </a:p>
          <a:p>
            <a:pPr lvl="1"/>
            <a:r>
              <a:rPr lang="en-GB" err="1"/>
              <a:t>Omschrijving</a:t>
            </a:r>
            <a:r>
              <a:rPr lang="en-GB"/>
              <a:t> </a:t>
            </a:r>
            <a:r>
              <a:rPr lang="en-GB" err="1"/>
              <a:t>omschrijving</a:t>
            </a:r>
            <a:endParaRPr lang="en-US"/>
          </a:p>
        </p:txBody>
      </p:sp>
      <p:sp>
        <p:nvSpPr>
          <p:cNvPr id="101" name="Picture Placeholder 8">
            <a:extLst>
              <a:ext uri="{FF2B5EF4-FFF2-40B4-BE49-F238E27FC236}">
                <a16:creationId xmlns:a16="http://schemas.microsoft.com/office/drawing/2014/main" id="{CB569B53-8DEC-CF4A-8EAC-A0F5CA4545A9}"/>
              </a:ext>
            </a:extLst>
          </p:cNvPr>
          <p:cNvSpPr>
            <a:spLocks noGrp="1"/>
          </p:cNvSpPr>
          <p:nvPr>
            <p:ph type="pic" sz="quarter" idx="63"/>
          </p:nvPr>
        </p:nvSpPr>
        <p:spPr>
          <a:xfrm>
            <a:off x="10416480" y="4790224"/>
            <a:ext cx="1224657" cy="1152128"/>
          </a:xfrm>
          <a:solidFill>
            <a:schemeClr val="bg2"/>
          </a:solidFill>
        </p:spPr>
        <p:txBody>
          <a:bodyPr/>
          <a:lstStyle/>
          <a:p>
            <a:r>
              <a:rPr lang="nl-NL"/>
              <a:t>Klik op het pictogram als u een afbeelding wilt toevoegen</a:t>
            </a:r>
            <a:endParaRPr lang="en-US"/>
          </a:p>
        </p:txBody>
      </p:sp>
    </p:spTree>
    <p:extLst>
      <p:ext uri="{BB962C8B-B14F-4D97-AF65-F5344CB8AC3E}">
        <p14:creationId xmlns:p14="http://schemas.microsoft.com/office/powerpoint/2010/main" val="2098862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l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9DD0-AB83-114E-99BC-04B167F09674}"/>
              </a:ext>
            </a:extLst>
          </p:cNvPr>
          <p:cNvSpPr>
            <a:spLocks noGrp="1"/>
          </p:cNvSpPr>
          <p:nvPr>
            <p:ph type="title"/>
          </p:nvPr>
        </p:nvSpPr>
        <p:spPr/>
        <p:txBody>
          <a:bodyPr/>
          <a:lstStyle/>
          <a:p>
            <a:r>
              <a:rPr lang="nl-NL"/>
              <a:t>Klik om stijl te bewerken</a:t>
            </a:r>
            <a:endParaRPr lang="en-US"/>
          </a:p>
        </p:txBody>
      </p:sp>
      <p:sp>
        <p:nvSpPr>
          <p:cNvPr id="3" name="Date Placeholder 2">
            <a:extLst>
              <a:ext uri="{FF2B5EF4-FFF2-40B4-BE49-F238E27FC236}">
                <a16:creationId xmlns:a16="http://schemas.microsoft.com/office/drawing/2014/main" id="{0D700559-2166-C641-9F09-7E01BBA0C1C6}"/>
              </a:ext>
            </a:extLst>
          </p:cNvPr>
          <p:cNvSpPr>
            <a:spLocks noGrp="1"/>
          </p:cNvSpPr>
          <p:nvPr>
            <p:ph type="dt" sz="half" idx="10"/>
          </p:nvPr>
        </p:nvSpPr>
        <p:spPr/>
        <p:txBody>
          <a:bodyPr/>
          <a:lstStyle/>
          <a:p>
            <a:fld id="{81952F03-921D-A742-961B-A028B38E8141}" type="datetime4">
              <a:rPr lang="nl-NL" smtClean="0"/>
              <a:t>26 augustus 2025</a:t>
            </a:fld>
            <a:endParaRPr lang="en-US"/>
          </a:p>
        </p:txBody>
      </p:sp>
      <p:sp>
        <p:nvSpPr>
          <p:cNvPr id="4" name="Footer Placeholder 3">
            <a:extLst>
              <a:ext uri="{FF2B5EF4-FFF2-40B4-BE49-F238E27FC236}">
                <a16:creationId xmlns:a16="http://schemas.microsoft.com/office/drawing/2014/main" id="{60F78C86-B234-F847-B416-2169F3E0335C}"/>
              </a:ext>
            </a:extLst>
          </p:cNvPr>
          <p:cNvSpPr>
            <a:spLocks noGrp="1"/>
          </p:cNvSpPr>
          <p:nvPr>
            <p:ph type="ftr" sz="quarter" idx="11"/>
          </p:nvPr>
        </p:nvSpPr>
        <p:spPr/>
        <p:txBody>
          <a:bodyPr/>
          <a:lstStyle/>
          <a:p>
            <a:r>
              <a:rPr lang="nl-NL" noProof="0"/>
              <a:t>NAAM PRESENTATIE</a:t>
            </a:r>
          </a:p>
        </p:txBody>
      </p:sp>
      <p:sp>
        <p:nvSpPr>
          <p:cNvPr id="5" name="Slide Number Placeholder 4">
            <a:extLst>
              <a:ext uri="{FF2B5EF4-FFF2-40B4-BE49-F238E27FC236}">
                <a16:creationId xmlns:a16="http://schemas.microsoft.com/office/drawing/2014/main" id="{D61A0AB5-9681-9C41-A862-61F4B58A8C72}"/>
              </a:ext>
            </a:extLst>
          </p:cNvPr>
          <p:cNvSpPr>
            <a:spLocks noGrp="1"/>
          </p:cNvSpPr>
          <p:nvPr>
            <p:ph type="sldNum" sz="quarter" idx="12"/>
          </p:nvPr>
        </p:nvSpPr>
        <p:spPr/>
        <p:txBody>
          <a:bodyPr/>
          <a:lstStyle/>
          <a:p>
            <a:fld id="{EC1B0D69-B8A6-8744-9E7E-380CD2AD97F8}" type="slidenum">
              <a:rPr lang="nl-NL" noProof="0" smtClean="0"/>
              <a:t>‹nr.›</a:t>
            </a:fld>
            <a:endParaRPr lang="nl-NL" noProof="0"/>
          </a:p>
        </p:txBody>
      </p:sp>
      <p:sp>
        <p:nvSpPr>
          <p:cNvPr id="7" name="Content Placeholder 6">
            <a:extLst>
              <a:ext uri="{FF2B5EF4-FFF2-40B4-BE49-F238E27FC236}">
                <a16:creationId xmlns:a16="http://schemas.microsoft.com/office/drawing/2014/main" id="{8FC85662-769C-8A41-81FB-CB95F829A3C6}"/>
              </a:ext>
            </a:extLst>
          </p:cNvPr>
          <p:cNvSpPr>
            <a:spLocks noGrp="1"/>
          </p:cNvSpPr>
          <p:nvPr>
            <p:ph sz="quarter" idx="13"/>
          </p:nvPr>
        </p:nvSpPr>
        <p:spPr>
          <a:xfrm>
            <a:off x="550863" y="1989138"/>
            <a:ext cx="5040312" cy="4176712"/>
          </a:xfrm>
        </p:spPr>
        <p:txBody>
          <a:bodyPr/>
          <a:lstStyle/>
          <a:p>
            <a:pPr lvl="0"/>
            <a:r>
              <a:rPr lang="nl-NL"/>
              <a:t>Klikken om de tekststijl van het model te bewerken</a:t>
            </a:r>
          </a:p>
        </p:txBody>
      </p:sp>
      <p:sp>
        <p:nvSpPr>
          <p:cNvPr id="8" name="Content Placeholder 6">
            <a:extLst>
              <a:ext uri="{FF2B5EF4-FFF2-40B4-BE49-F238E27FC236}">
                <a16:creationId xmlns:a16="http://schemas.microsoft.com/office/drawing/2014/main" id="{72C20C8F-385E-8948-9298-BE56D4DC4E1A}"/>
              </a:ext>
            </a:extLst>
          </p:cNvPr>
          <p:cNvSpPr>
            <a:spLocks noGrp="1"/>
          </p:cNvSpPr>
          <p:nvPr>
            <p:ph sz="quarter" idx="14"/>
          </p:nvPr>
        </p:nvSpPr>
        <p:spPr>
          <a:xfrm>
            <a:off x="6595202" y="1989138"/>
            <a:ext cx="5040312" cy="4176712"/>
          </a:xfrm>
        </p:spPr>
        <p:txBody>
          <a:bodyPr/>
          <a:lstStyle/>
          <a:p>
            <a:pPr lvl="0"/>
            <a:r>
              <a:rPr lang="nl-NL"/>
              <a:t>Klikken om de tekststijl van het model te bewerken</a:t>
            </a:r>
          </a:p>
        </p:txBody>
      </p:sp>
    </p:spTree>
    <p:extLst>
      <p:ext uri="{BB962C8B-B14F-4D97-AF65-F5344CB8AC3E}">
        <p14:creationId xmlns:p14="http://schemas.microsoft.com/office/powerpoint/2010/main" val="2661057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lef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6600825" y="692150"/>
            <a:ext cx="5040313" cy="1314450"/>
          </a:xfrm>
        </p:spPr>
        <p:txBody>
          <a:bodyPr anchor="t"/>
          <a:lstStyle/>
          <a:p>
            <a:r>
              <a:rPr lang="nl-NL"/>
              <a:t>Klik om stijl te bewerken</a:t>
            </a:r>
            <a:endParaRPr lang="en-US"/>
          </a:p>
        </p:txBody>
      </p:sp>
      <p:grpSp>
        <p:nvGrpSpPr>
          <p:cNvPr id="5" name="Group 4">
            <a:extLst>
              <a:ext uri="{FF2B5EF4-FFF2-40B4-BE49-F238E27FC236}">
                <a16:creationId xmlns:a16="http://schemas.microsoft.com/office/drawing/2014/main" id="{592F9012-E1D2-4A4D-BAEB-24040D8D491C}"/>
              </a:ext>
            </a:extLst>
          </p:cNvPr>
          <p:cNvGrpSpPr/>
          <p:nvPr userDrawn="1"/>
        </p:nvGrpSpPr>
        <p:grpSpPr>
          <a:xfrm>
            <a:off x="11496599" y="332656"/>
            <a:ext cx="407012" cy="348834"/>
            <a:chOff x="11496599" y="332656"/>
            <a:chExt cx="407012" cy="348834"/>
          </a:xfrm>
        </p:grpSpPr>
        <p:sp>
          <p:nvSpPr>
            <p:cNvPr id="13" name="Freeform 12">
              <a:extLst>
                <a:ext uri="{FF2B5EF4-FFF2-40B4-BE49-F238E27FC236}">
                  <a16:creationId xmlns:a16="http://schemas.microsoft.com/office/drawing/2014/main" id="{26019297-87CF-E441-94AE-A7404D0DD5EF}"/>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2" name="Shape">
              <a:extLst>
                <a:ext uri="{FF2B5EF4-FFF2-40B4-BE49-F238E27FC236}">
                  <a16:creationId xmlns:a16="http://schemas.microsoft.com/office/drawing/2014/main" id="{5602B6CB-0F5B-6444-9846-E680D97AFF53}"/>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15" name="Text Placeholder 14">
            <a:extLst>
              <a:ext uri="{FF2B5EF4-FFF2-40B4-BE49-F238E27FC236}">
                <a16:creationId xmlns:a16="http://schemas.microsoft.com/office/drawing/2014/main" id="{6ACFE078-C496-3343-A578-AA6B40937CED}"/>
              </a:ext>
            </a:extLst>
          </p:cNvPr>
          <p:cNvSpPr>
            <a:spLocks noGrp="1"/>
          </p:cNvSpPr>
          <p:nvPr>
            <p:ph type="body" sz="quarter" idx="11"/>
          </p:nvPr>
        </p:nvSpPr>
        <p:spPr>
          <a:xfrm>
            <a:off x="6600825" y="2349500"/>
            <a:ext cx="5040313" cy="4103688"/>
          </a:xfrm>
        </p:spPr>
        <p:txBody>
          <a:bodyPr/>
          <a:lstStyle/>
          <a:p>
            <a:pPr lvl="0"/>
            <a:r>
              <a:rPr lang="nl-NL"/>
              <a:t>Klikken om de tekststijl van het model te bewerken</a:t>
            </a:r>
          </a:p>
        </p:txBody>
      </p:sp>
      <p:sp>
        <p:nvSpPr>
          <p:cNvPr id="4" name="Content Placeholder 3">
            <a:extLst>
              <a:ext uri="{FF2B5EF4-FFF2-40B4-BE49-F238E27FC236}">
                <a16:creationId xmlns:a16="http://schemas.microsoft.com/office/drawing/2014/main" id="{DA5CD062-A46D-384E-BA58-5879B4619C27}"/>
              </a:ext>
            </a:extLst>
          </p:cNvPr>
          <p:cNvSpPr>
            <a:spLocks noGrp="1"/>
          </p:cNvSpPr>
          <p:nvPr>
            <p:ph sz="quarter" idx="12" hasCustomPrompt="1"/>
          </p:nvPr>
        </p:nvSpPr>
        <p:spPr>
          <a:xfrm>
            <a:off x="550862" y="692150"/>
            <a:ext cx="5040313" cy="5472000"/>
          </a:xfrm>
          <a:solidFill>
            <a:schemeClr val="bg2"/>
          </a:solidFill>
        </p:spPr>
        <p:txBody>
          <a:bodyPr/>
          <a:lstStyle/>
          <a:p>
            <a:pPr lvl="0"/>
            <a:r>
              <a:rPr lang="en-GB" err="1"/>
              <a:t>Grafiek</a:t>
            </a:r>
            <a:r>
              <a:rPr lang="en-GB"/>
              <a:t> , table, content</a:t>
            </a:r>
            <a:endParaRPr lang="en-US"/>
          </a:p>
        </p:txBody>
      </p:sp>
      <p:sp>
        <p:nvSpPr>
          <p:cNvPr id="3" name="Tijdelijke aanduiding voor datum 2">
            <a:extLst>
              <a:ext uri="{FF2B5EF4-FFF2-40B4-BE49-F238E27FC236}">
                <a16:creationId xmlns:a16="http://schemas.microsoft.com/office/drawing/2014/main" id="{42B467B4-77E9-A64E-8FB5-3AD82F3ECECB}"/>
              </a:ext>
            </a:extLst>
          </p:cNvPr>
          <p:cNvSpPr>
            <a:spLocks noGrp="1"/>
          </p:cNvSpPr>
          <p:nvPr>
            <p:ph type="dt" sz="half" idx="13"/>
          </p:nvPr>
        </p:nvSpPr>
        <p:spPr/>
        <p:txBody>
          <a:bodyPr/>
          <a:lstStyle/>
          <a:p>
            <a:fld id="{721DB29F-2BDE-BF40-A663-2A4F6A3F96AF}" type="datetime4">
              <a:rPr lang="nl-NL" smtClean="0"/>
              <a:t>26 augustus 2025</a:t>
            </a:fld>
            <a:endParaRPr lang="en-US"/>
          </a:p>
        </p:txBody>
      </p:sp>
      <p:sp>
        <p:nvSpPr>
          <p:cNvPr id="6" name="Tijdelijke aanduiding voor voettekst 5">
            <a:extLst>
              <a:ext uri="{FF2B5EF4-FFF2-40B4-BE49-F238E27FC236}">
                <a16:creationId xmlns:a16="http://schemas.microsoft.com/office/drawing/2014/main" id="{30CFF4FB-212D-2A4D-B81D-FADE2422FEBF}"/>
              </a:ext>
            </a:extLst>
          </p:cNvPr>
          <p:cNvSpPr>
            <a:spLocks noGrp="1"/>
          </p:cNvSpPr>
          <p:nvPr>
            <p:ph type="ftr" sz="quarter" idx="14"/>
          </p:nvPr>
        </p:nvSpPr>
        <p:spPr/>
        <p:txBody>
          <a:bodyPr/>
          <a:lstStyle/>
          <a:p>
            <a:r>
              <a:rPr lang="nl-NL" noProof="0"/>
              <a:t>NAAM PRESENTATIE</a:t>
            </a:r>
          </a:p>
        </p:txBody>
      </p:sp>
      <p:sp>
        <p:nvSpPr>
          <p:cNvPr id="7" name="Tijdelijke aanduiding voor dianummer 6">
            <a:extLst>
              <a:ext uri="{FF2B5EF4-FFF2-40B4-BE49-F238E27FC236}">
                <a16:creationId xmlns:a16="http://schemas.microsoft.com/office/drawing/2014/main" id="{DC682794-95ED-3F42-8997-4CCB5FCF5EAB}"/>
              </a:ext>
            </a:extLst>
          </p:cNvPr>
          <p:cNvSpPr>
            <a:spLocks noGrp="1"/>
          </p:cNvSpPr>
          <p:nvPr>
            <p:ph type="sldNum" sz="quarter" idx="15"/>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355089304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4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bottom">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A5CD062-A46D-384E-BA58-5879B4619C27}"/>
              </a:ext>
            </a:extLst>
          </p:cNvPr>
          <p:cNvSpPr>
            <a:spLocks noGrp="1"/>
          </p:cNvSpPr>
          <p:nvPr>
            <p:ph sz="quarter" idx="12" hasCustomPrompt="1"/>
          </p:nvPr>
        </p:nvSpPr>
        <p:spPr>
          <a:xfrm>
            <a:off x="550862" y="2349500"/>
            <a:ext cx="11090276" cy="3816000"/>
          </a:xfrm>
          <a:solidFill>
            <a:schemeClr val="bg2"/>
          </a:solidFill>
        </p:spPr>
        <p:txBody>
          <a:bodyPr/>
          <a:lstStyle/>
          <a:p>
            <a:pPr lvl="0"/>
            <a:r>
              <a:rPr lang="nl-NL" noProof="0"/>
              <a:t>Grafiek , </a:t>
            </a:r>
            <a:r>
              <a:rPr lang="nl-NL" noProof="0" err="1"/>
              <a:t>table</a:t>
            </a:r>
            <a:r>
              <a:rPr lang="nl-NL" noProof="0"/>
              <a:t>, content</a:t>
            </a:r>
          </a:p>
        </p:txBody>
      </p:sp>
      <p:sp>
        <p:nvSpPr>
          <p:cNvPr id="2" name="Title 1">
            <a:extLst>
              <a:ext uri="{FF2B5EF4-FFF2-40B4-BE49-F238E27FC236}">
                <a16:creationId xmlns:a16="http://schemas.microsoft.com/office/drawing/2014/main" id="{B1B6FBC3-ED3E-E346-8A6C-5F4B5A2714E2}"/>
              </a:ext>
            </a:extLst>
          </p:cNvPr>
          <p:cNvSpPr>
            <a:spLocks noGrp="1"/>
          </p:cNvSpPr>
          <p:nvPr>
            <p:ph type="title"/>
          </p:nvPr>
        </p:nvSpPr>
        <p:spPr>
          <a:xfrm>
            <a:off x="550863" y="692150"/>
            <a:ext cx="11090276" cy="1314450"/>
          </a:xfrm>
        </p:spPr>
        <p:txBody>
          <a:bodyPr anchor="t"/>
          <a:lstStyle/>
          <a:p>
            <a:r>
              <a:rPr lang="nl-NL"/>
              <a:t>Klik om stijl te bewerken</a:t>
            </a:r>
            <a:endParaRPr lang="en-US"/>
          </a:p>
        </p:txBody>
      </p:sp>
      <p:grpSp>
        <p:nvGrpSpPr>
          <p:cNvPr id="5" name="Group 4">
            <a:extLst>
              <a:ext uri="{FF2B5EF4-FFF2-40B4-BE49-F238E27FC236}">
                <a16:creationId xmlns:a16="http://schemas.microsoft.com/office/drawing/2014/main" id="{592F9012-E1D2-4A4D-BAEB-24040D8D491C}"/>
              </a:ext>
            </a:extLst>
          </p:cNvPr>
          <p:cNvGrpSpPr/>
          <p:nvPr userDrawn="1"/>
        </p:nvGrpSpPr>
        <p:grpSpPr>
          <a:xfrm>
            <a:off x="11496599" y="332656"/>
            <a:ext cx="407012" cy="348834"/>
            <a:chOff x="11496599" y="332656"/>
            <a:chExt cx="407012" cy="348834"/>
          </a:xfrm>
        </p:grpSpPr>
        <p:sp>
          <p:nvSpPr>
            <p:cNvPr id="13" name="Freeform 12">
              <a:extLst>
                <a:ext uri="{FF2B5EF4-FFF2-40B4-BE49-F238E27FC236}">
                  <a16:creationId xmlns:a16="http://schemas.microsoft.com/office/drawing/2014/main" id="{26019297-87CF-E441-94AE-A7404D0DD5EF}"/>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2" name="Shape">
              <a:extLst>
                <a:ext uri="{FF2B5EF4-FFF2-40B4-BE49-F238E27FC236}">
                  <a16:creationId xmlns:a16="http://schemas.microsoft.com/office/drawing/2014/main" id="{5602B6CB-0F5B-6444-9846-E680D97AFF53}"/>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3" name="Tijdelijke aanduiding voor datum 2">
            <a:extLst>
              <a:ext uri="{FF2B5EF4-FFF2-40B4-BE49-F238E27FC236}">
                <a16:creationId xmlns:a16="http://schemas.microsoft.com/office/drawing/2014/main" id="{EA130835-FF24-324C-AED1-AB491E2276A1}"/>
              </a:ext>
            </a:extLst>
          </p:cNvPr>
          <p:cNvSpPr>
            <a:spLocks noGrp="1"/>
          </p:cNvSpPr>
          <p:nvPr>
            <p:ph type="dt" sz="half" idx="13"/>
          </p:nvPr>
        </p:nvSpPr>
        <p:spPr/>
        <p:txBody>
          <a:bodyPr/>
          <a:lstStyle/>
          <a:p>
            <a:fld id="{63AC7553-1A53-9C42-925B-8EF3D5E8C661}" type="datetime4">
              <a:rPr lang="nl-NL" smtClean="0"/>
              <a:t>26 augustus 2025</a:t>
            </a:fld>
            <a:endParaRPr lang="en-US"/>
          </a:p>
        </p:txBody>
      </p:sp>
      <p:sp>
        <p:nvSpPr>
          <p:cNvPr id="6" name="Tijdelijke aanduiding voor voettekst 5">
            <a:extLst>
              <a:ext uri="{FF2B5EF4-FFF2-40B4-BE49-F238E27FC236}">
                <a16:creationId xmlns:a16="http://schemas.microsoft.com/office/drawing/2014/main" id="{E291CBFA-3265-D74E-9E5F-3250B16507A6}"/>
              </a:ext>
            </a:extLst>
          </p:cNvPr>
          <p:cNvSpPr>
            <a:spLocks noGrp="1"/>
          </p:cNvSpPr>
          <p:nvPr>
            <p:ph type="ftr" sz="quarter" idx="14"/>
          </p:nvPr>
        </p:nvSpPr>
        <p:spPr/>
        <p:txBody>
          <a:bodyPr/>
          <a:lstStyle/>
          <a:p>
            <a:r>
              <a:rPr lang="nl-NL" noProof="0"/>
              <a:t>NAAM PRESENTATIE</a:t>
            </a:r>
          </a:p>
        </p:txBody>
      </p:sp>
      <p:sp>
        <p:nvSpPr>
          <p:cNvPr id="7" name="Tijdelijke aanduiding voor dianummer 6">
            <a:extLst>
              <a:ext uri="{FF2B5EF4-FFF2-40B4-BE49-F238E27FC236}">
                <a16:creationId xmlns:a16="http://schemas.microsoft.com/office/drawing/2014/main" id="{E96E8AF7-39D7-1E4D-88D0-888C3B9682F5}"/>
              </a:ext>
            </a:extLst>
          </p:cNvPr>
          <p:cNvSpPr>
            <a:spLocks noGrp="1"/>
          </p:cNvSpPr>
          <p:nvPr>
            <p:ph type="sldNum" sz="quarter" idx="15"/>
          </p:nvPr>
        </p:nvSpPr>
        <p:spPr/>
        <p:txBody>
          <a:bodyPr/>
          <a:lstStyle/>
          <a:p>
            <a:fld id="{EC1B0D69-B8A6-8744-9E7E-380CD2AD97F8}" type="slidenum">
              <a:rPr lang="nl-NL" noProof="0" smtClean="0"/>
              <a:pPr/>
              <a:t>‹nr.›</a:t>
            </a:fld>
            <a:endParaRPr lang="nl-NL" noProof="0"/>
          </a:p>
        </p:txBody>
      </p:sp>
    </p:spTree>
    <p:extLst>
      <p:ext uri="{BB962C8B-B14F-4D97-AF65-F5344CB8AC3E}">
        <p14:creationId xmlns:p14="http://schemas.microsoft.com/office/powerpoint/2010/main" val="231724875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4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all out">
    <p:bg>
      <p:bgPr>
        <a:solidFill>
          <a:schemeClr val="accent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8874B71D-7E90-DC47-ADA8-2E56B23E3E58}"/>
              </a:ext>
            </a:extLst>
          </p:cNvPr>
          <p:cNvGrpSpPr/>
          <p:nvPr userDrawn="1"/>
        </p:nvGrpSpPr>
        <p:grpSpPr>
          <a:xfrm>
            <a:off x="11496600" y="332656"/>
            <a:ext cx="407011" cy="348834"/>
            <a:chOff x="11496600" y="332656"/>
            <a:chExt cx="407011" cy="348834"/>
          </a:xfrm>
        </p:grpSpPr>
        <p:sp>
          <p:nvSpPr>
            <p:cNvPr id="16" name="Shape">
              <a:extLst>
                <a:ext uri="{FF2B5EF4-FFF2-40B4-BE49-F238E27FC236}">
                  <a16:creationId xmlns:a16="http://schemas.microsoft.com/office/drawing/2014/main" id="{11A046CB-86B2-344D-AF82-FACB1BA94968}"/>
                </a:ext>
              </a:extLst>
            </p:cNvPr>
            <p:cNvSpPr/>
            <p:nvPr userDrawn="1"/>
          </p:nvSpPr>
          <p:spPr>
            <a:xfrm>
              <a:off x="11612917" y="332656"/>
              <a:ext cx="58111" cy="14526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alpha val="68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7" name="Shape">
              <a:extLst>
                <a:ext uri="{FF2B5EF4-FFF2-40B4-BE49-F238E27FC236}">
                  <a16:creationId xmlns:a16="http://schemas.microsoft.com/office/drawing/2014/main" id="{018AB066-8A27-AF4A-B176-DE92C738F2E4}"/>
                </a:ext>
              </a:extLst>
            </p:cNvPr>
            <p:cNvSpPr/>
            <p:nvPr userDrawn="1"/>
          </p:nvSpPr>
          <p:spPr>
            <a:xfrm>
              <a:off x="11612917" y="536212"/>
              <a:ext cx="58111" cy="14527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alpha val="68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8" name="Shape">
              <a:extLst>
                <a:ext uri="{FF2B5EF4-FFF2-40B4-BE49-F238E27FC236}">
                  <a16:creationId xmlns:a16="http://schemas.microsoft.com/office/drawing/2014/main" id="{24725C09-C52E-E846-A4CA-4BECFCEF712D}"/>
                </a:ext>
              </a:extLst>
            </p:cNvPr>
            <p:cNvSpPr/>
            <p:nvPr userDrawn="1"/>
          </p:nvSpPr>
          <p:spPr>
            <a:xfrm>
              <a:off x="11496600" y="332656"/>
              <a:ext cx="58111" cy="3486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chemeClr val="bg2">
                <a:alpha val="68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19" name="Shape">
              <a:extLst>
                <a:ext uri="{FF2B5EF4-FFF2-40B4-BE49-F238E27FC236}">
                  <a16:creationId xmlns:a16="http://schemas.microsoft.com/office/drawing/2014/main" id="{4E461D7F-241A-1444-9F7B-12B0FE4C9B1D}"/>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
        <p:nvSpPr>
          <p:cNvPr id="9" name="Title 1">
            <a:extLst>
              <a:ext uri="{FF2B5EF4-FFF2-40B4-BE49-F238E27FC236}">
                <a16:creationId xmlns:a16="http://schemas.microsoft.com/office/drawing/2014/main" id="{913CDB32-C92A-4941-BFB9-C975562FCB00}"/>
              </a:ext>
            </a:extLst>
          </p:cNvPr>
          <p:cNvSpPr txBox="1">
            <a:spLocks/>
          </p:cNvSpPr>
          <p:nvPr userDrawn="1"/>
        </p:nvSpPr>
        <p:spPr>
          <a:xfrm>
            <a:off x="1063496" y="2862695"/>
            <a:ext cx="10162864" cy="1371794"/>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4400" b="0" i="0" kern="1200">
                <a:solidFill>
                  <a:schemeClr val="bg1"/>
                </a:solidFill>
                <a:latin typeface="Avenir" panose="02000503020000020003" pitchFamily="2" charset="0"/>
                <a:ea typeface="+mj-ea"/>
                <a:cs typeface="+mj-cs"/>
              </a:defRPr>
            </a:lvl1pPr>
          </a:lstStyle>
          <a:p>
            <a:endParaRPr lang="en-US" sz="11500" b="1" i="0">
              <a:latin typeface="Arial Black" panose="020B0604020202020204" pitchFamily="34" charset="0"/>
            </a:endParaRPr>
          </a:p>
        </p:txBody>
      </p:sp>
      <p:sp>
        <p:nvSpPr>
          <p:cNvPr id="10" name="Title 1">
            <a:extLst>
              <a:ext uri="{FF2B5EF4-FFF2-40B4-BE49-F238E27FC236}">
                <a16:creationId xmlns:a16="http://schemas.microsoft.com/office/drawing/2014/main" id="{AA0D0540-3E6E-0945-B120-276732767085}"/>
              </a:ext>
            </a:extLst>
          </p:cNvPr>
          <p:cNvSpPr txBox="1">
            <a:spLocks/>
          </p:cNvSpPr>
          <p:nvPr userDrawn="1"/>
        </p:nvSpPr>
        <p:spPr>
          <a:xfrm>
            <a:off x="1075036" y="4460272"/>
            <a:ext cx="10162864" cy="648072"/>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4400" b="0" i="0" kern="1200">
                <a:solidFill>
                  <a:schemeClr val="bg1"/>
                </a:solidFill>
                <a:latin typeface="Avenir" panose="02000503020000020003" pitchFamily="2" charset="0"/>
                <a:ea typeface="+mj-ea"/>
                <a:cs typeface="+mj-cs"/>
              </a:defRPr>
            </a:lvl1pPr>
          </a:lstStyle>
          <a:p>
            <a:endParaRPr lang="en-US" sz="2500" b="0" i="0">
              <a:latin typeface="Arial" panose="020B0604020202020204" pitchFamily="34" charset="0"/>
            </a:endParaRPr>
          </a:p>
        </p:txBody>
      </p:sp>
      <p:sp>
        <p:nvSpPr>
          <p:cNvPr id="8" name="Text Placeholder 7">
            <a:extLst>
              <a:ext uri="{FF2B5EF4-FFF2-40B4-BE49-F238E27FC236}">
                <a16:creationId xmlns:a16="http://schemas.microsoft.com/office/drawing/2014/main" id="{C20CC193-7C60-E349-BC31-C15E811787A3}"/>
              </a:ext>
            </a:extLst>
          </p:cNvPr>
          <p:cNvSpPr>
            <a:spLocks noGrp="1"/>
          </p:cNvSpPr>
          <p:nvPr>
            <p:ph type="body" sz="quarter" idx="11"/>
          </p:nvPr>
        </p:nvSpPr>
        <p:spPr>
          <a:xfrm>
            <a:off x="529370" y="5732462"/>
            <a:ext cx="11090275" cy="720726"/>
          </a:xfrm>
        </p:spPr>
        <p:txBody>
          <a:bodyPr/>
          <a:lstStyle>
            <a:lvl1pPr algn="ctr">
              <a:defRPr b="1" i="0">
                <a:solidFill>
                  <a:schemeClr val="bg1"/>
                </a:solidFill>
                <a:latin typeface="Arial" panose="020B0604020202020204" pitchFamily="34" charset="0"/>
              </a:defRPr>
            </a:lvl1pPr>
            <a:lvl2pPr marL="6350" indent="0" algn="ctr">
              <a:buNone/>
              <a:tabLst/>
              <a:defRPr sz="1400">
                <a:solidFill>
                  <a:schemeClr val="bg1"/>
                </a:solidFill>
              </a:defRPr>
            </a:lvl2pPr>
            <a:lvl3pPr marL="6350" indent="0" algn="ctr">
              <a:buNone/>
              <a:tabLst/>
              <a:defRPr sz="1400">
                <a:solidFill>
                  <a:schemeClr val="bg1"/>
                </a:solidFill>
              </a:defRPr>
            </a:lvl3pPr>
            <a:lvl4pPr marL="6350" indent="0" algn="ctr">
              <a:buNone/>
              <a:tabLst/>
              <a:defRPr sz="1400">
                <a:solidFill>
                  <a:schemeClr val="bg1"/>
                </a:solidFill>
              </a:defRPr>
            </a:lvl4pPr>
            <a:lvl5pPr marL="6350" indent="0" algn="ctr">
              <a:buNone/>
              <a:tabLst/>
              <a:defRPr sz="1400">
                <a:solidFill>
                  <a:schemeClr val="bg1"/>
                </a:solidFill>
              </a:defRPr>
            </a:lvl5pPr>
          </a:lstStyle>
          <a:p>
            <a:pPr lvl="0"/>
            <a:r>
              <a:rPr lang="nl-NL"/>
              <a:t>Klikken om de tekststijl van het model te bewerken</a:t>
            </a:r>
          </a:p>
        </p:txBody>
      </p:sp>
      <p:sp>
        <p:nvSpPr>
          <p:cNvPr id="11" name="Title 10">
            <a:extLst>
              <a:ext uri="{FF2B5EF4-FFF2-40B4-BE49-F238E27FC236}">
                <a16:creationId xmlns:a16="http://schemas.microsoft.com/office/drawing/2014/main" id="{40D08C5E-16C4-994E-A482-905047804535}"/>
              </a:ext>
            </a:extLst>
          </p:cNvPr>
          <p:cNvSpPr>
            <a:spLocks noGrp="1"/>
          </p:cNvSpPr>
          <p:nvPr>
            <p:ph type="title"/>
          </p:nvPr>
        </p:nvSpPr>
        <p:spPr>
          <a:xfrm>
            <a:off x="550863" y="1412776"/>
            <a:ext cx="11090275" cy="4034878"/>
          </a:xfrm>
        </p:spPr>
        <p:txBody>
          <a:bodyPr/>
          <a:lstStyle>
            <a:lvl1pPr algn="ctr">
              <a:defRPr b="1" i="0">
                <a:solidFill>
                  <a:schemeClr val="bg1"/>
                </a:solidFill>
                <a:latin typeface="Arial Black" panose="020B0604020202020204" pitchFamily="34" charset="0"/>
              </a:defRPr>
            </a:lvl1pPr>
          </a:lstStyle>
          <a:p>
            <a:r>
              <a:rPr lang="nl-NL"/>
              <a:t>Klik om stijl te bewerken</a:t>
            </a:r>
            <a:endParaRPr lang="en-US"/>
          </a:p>
        </p:txBody>
      </p:sp>
      <p:sp>
        <p:nvSpPr>
          <p:cNvPr id="13" name="Text Placeholder 12">
            <a:extLst>
              <a:ext uri="{FF2B5EF4-FFF2-40B4-BE49-F238E27FC236}">
                <a16:creationId xmlns:a16="http://schemas.microsoft.com/office/drawing/2014/main" id="{D4A55268-B5AB-8647-8B66-B3E837CE5FDA}"/>
              </a:ext>
            </a:extLst>
          </p:cNvPr>
          <p:cNvSpPr>
            <a:spLocks noGrp="1"/>
          </p:cNvSpPr>
          <p:nvPr>
            <p:ph type="body" sz="quarter" idx="12"/>
          </p:nvPr>
        </p:nvSpPr>
        <p:spPr>
          <a:xfrm>
            <a:off x="550863" y="476250"/>
            <a:ext cx="11090275" cy="720725"/>
          </a:xfrm>
        </p:spPr>
        <p:txBody>
          <a:bodyPr/>
          <a:lstStyle>
            <a:lvl1pPr algn="ctr">
              <a:defRPr>
                <a:solidFill>
                  <a:schemeClr val="bg1"/>
                </a:solidFill>
              </a:defRPr>
            </a:lvl1pPr>
            <a:lvl2pPr marL="6350" indent="0" algn="ctr">
              <a:buNone/>
              <a:tabLst/>
              <a:defRPr>
                <a:solidFill>
                  <a:schemeClr val="bg1"/>
                </a:solidFill>
              </a:defRPr>
            </a:lvl2pPr>
            <a:lvl3pPr marL="6350" indent="0" algn="ctr">
              <a:buNone/>
              <a:tabLst/>
              <a:defRPr>
                <a:solidFill>
                  <a:schemeClr val="bg1"/>
                </a:solidFill>
              </a:defRPr>
            </a:lvl3pPr>
            <a:lvl4pPr marL="6350" indent="0" algn="ctr">
              <a:buNone/>
              <a:tabLst/>
              <a:defRPr>
                <a:solidFill>
                  <a:schemeClr val="bg1"/>
                </a:solidFill>
              </a:defRPr>
            </a:lvl4pPr>
            <a:lvl5pPr marL="6350" indent="0" algn="ctr">
              <a:buNone/>
              <a:tabLst/>
              <a:defRPr>
                <a:solidFill>
                  <a:schemeClr val="bg1"/>
                </a:solidFill>
              </a:defRPr>
            </a:lvl5pPr>
          </a:lstStyle>
          <a:p>
            <a:pPr lvl="0"/>
            <a:r>
              <a:rPr lang="nl-NL"/>
              <a:t>Klikken om de tekststijl van het model te bewerken</a:t>
            </a:r>
          </a:p>
        </p:txBody>
      </p:sp>
    </p:spTree>
    <p:extLst>
      <p:ext uri="{BB962C8B-B14F-4D97-AF65-F5344CB8AC3E}">
        <p14:creationId xmlns:p14="http://schemas.microsoft.com/office/powerpoint/2010/main" val="2011232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bottom">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A5CD062-A46D-384E-BA58-5879B4619C27}"/>
              </a:ext>
            </a:extLst>
          </p:cNvPr>
          <p:cNvSpPr>
            <a:spLocks noGrp="1"/>
          </p:cNvSpPr>
          <p:nvPr>
            <p:ph sz="quarter" idx="12"/>
          </p:nvPr>
        </p:nvSpPr>
        <p:spPr>
          <a:xfrm>
            <a:off x="0" y="0"/>
            <a:ext cx="12192000" cy="6858000"/>
          </a:xfrm>
          <a:solidFill>
            <a:schemeClr val="bg2"/>
          </a:solidFill>
        </p:spPr>
        <p:txBody>
          <a:bodyPr/>
          <a:lstStyle/>
          <a:p>
            <a:pPr lvl="0"/>
            <a:r>
              <a:rPr lang="nl-NL"/>
              <a:t>Klikken om de tekststijl van het model te bewerken</a:t>
            </a:r>
          </a:p>
        </p:txBody>
      </p:sp>
      <p:pic>
        <p:nvPicPr>
          <p:cNvPr id="6" name="Picture 5">
            <a:extLst>
              <a:ext uri="{FF2B5EF4-FFF2-40B4-BE49-F238E27FC236}">
                <a16:creationId xmlns:a16="http://schemas.microsoft.com/office/drawing/2014/main" id="{D91145C2-8668-BF4B-96D8-A87283B1BB59}"/>
              </a:ext>
            </a:extLst>
          </p:cNvPr>
          <p:cNvPicPr>
            <a:picLocks noChangeAspect="1"/>
          </p:cNvPicPr>
          <p:nvPr userDrawn="1"/>
        </p:nvPicPr>
        <p:blipFill>
          <a:blip r:embed="rId2"/>
          <a:stretch>
            <a:fillRect/>
          </a:stretch>
        </p:blipFill>
        <p:spPr>
          <a:xfrm>
            <a:off x="0" y="9449"/>
            <a:ext cx="12192000" cy="6839101"/>
          </a:xfrm>
          <a:prstGeom prst="rect">
            <a:avLst/>
          </a:prstGeom>
        </p:spPr>
      </p:pic>
    </p:spTree>
    <p:extLst>
      <p:ext uri="{BB962C8B-B14F-4D97-AF65-F5344CB8AC3E}">
        <p14:creationId xmlns:p14="http://schemas.microsoft.com/office/powerpoint/2010/main" val="231047274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148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442738-4922-0648-BDE8-35216C522155}"/>
              </a:ext>
            </a:extLst>
          </p:cNvPr>
          <p:cNvSpPr>
            <a:spLocks noGrp="1"/>
          </p:cNvSpPr>
          <p:nvPr>
            <p:ph type="title"/>
          </p:nvPr>
        </p:nvSpPr>
        <p:spPr>
          <a:xfrm>
            <a:off x="550863" y="476250"/>
            <a:ext cx="11090275" cy="1009651"/>
          </a:xfrm>
          <a:prstGeom prst="rect">
            <a:avLst/>
          </a:prstGeom>
        </p:spPr>
        <p:txBody>
          <a:bodyPr vert="horz" lIns="0" tIns="45720" rIns="91440" bIns="45720" rtlCol="0" anchor="ctr">
            <a:normAutofit/>
          </a:bodyPr>
          <a:lstStyle/>
          <a:p>
            <a:r>
              <a:rPr lang="nl-NL"/>
              <a:t>Klik om stijl te bewerken</a:t>
            </a:r>
            <a:endParaRPr lang="en-US"/>
          </a:p>
        </p:txBody>
      </p:sp>
      <p:sp>
        <p:nvSpPr>
          <p:cNvPr id="3" name="Text Placeholder 2">
            <a:extLst>
              <a:ext uri="{FF2B5EF4-FFF2-40B4-BE49-F238E27FC236}">
                <a16:creationId xmlns:a16="http://schemas.microsoft.com/office/drawing/2014/main" id="{E4974C5E-6F99-5E4E-8935-D507F12EC384}"/>
              </a:ext>
            </a:extLst>
          </p:cNvPr>
          <p:cNvSpPr>
            <a:spLocks noGrp="1"/>
          </p:cNvSpPr>
          <p:nvPr>
            <p:ph type="body" idx="1"/>
          </p:nvPr>
        </p:nvSpPr>
        <p:spPr>
          <a:xfrm>
            <a:off x="550863" y="1825625"/>
            <a:ext cx="11090275" cy="4351338"/>
          </a:xfrm>
          <a:prstGeom prst="rect">
            <a:avLst/>
          </a:prstGeom>
        </p:spPr>
        <p:txBody>
          <a:bodyPr vert="horz" lIns="0" tIns="45720" rIns="91440" bIns="45720" rtlCol="0">
            <a:normAutofit/>
          </a:bodyPr>
          <a:lstStyle/>
          <a:p>
            <a:pPr lvl="0"/>
            <a:r>
              <a:rPr lang="nl-NL" noProof="0"/>
              <a:t>Klikken om de tekststijl van het model te bewerken</a:t>
            </a:r>
          </a:p>
          <a:p>
            <a:pPr lvl="1"/>
            <a:r>
              <a:rPr lang="nl-NL" noProof="0"/>
              <a:t>Tweede niveau</a:t>
            </a:r>
          </a:p>
          <a:p>
            <a:pPr lvl="2"/>
            <a:r>
              <a:rPr lang="nl-NL" noProof="0"/>
              <a:t>Derde niveau</a:t>
            </a:r>
          </a:p>
          <a:p>
            <a:pPr lvl="3"/>
            <a:r>
              <a:rPr lang="nl-NL" noProof="0"/>
              <a:t>Vierde niveau</a:t>
            </a:r>
          </a:p>
          <a:p>
            <a:pPr lvl="4"/>
            <a:r>
              <a:rPr lang="nl-NL" noProof="0"/>
              <a:t>Vijfde niveau</a:t>
            </a:r>
          </a:p>
        </p:txBody>
      </p:sp>
      <p:sp>
        <p:nvSpPr>
          <p:cNvPr id="4" name="Date Placeholder 3">
            <a:extLst>
              <a:ext uri="{FF2B5EF4-FFF2-40B4-BE49-F238E27FC236}">
                <a16:creationId xmlns:a16="http://schemas.microsoft.com/office/drawing/2014/main" id="{09BCDAA8-9D7C-144B-86EC-3A98055988A9}"/>
              </a:ext>
            </a:extLst>
          </p:cNvPr>
          <p:cNvSpPr>
            <a:spLocks noGrp="1"/>
          </p:cNvSpPr>
          <p:nvPr>
            <p:ph type="dt" sz="half" idx="2"/>
          </p:nvPr>
        </p:nvSpPr>
        <p:spPr>
          <a:xfrm>
            <a:off x="479376" y="6356350"/>
            <a:ext cx="2814686" cy="365125"/>
          </a:xfrm>
          <a:prstGeom prst="rect">
            <a:avLst/>
          </a:prstGeom>
        </p:spPr>
        <p:txBody>
          <a:bodyPr vert="horz" lIns="91440" tIns="45720" rIns="91440" bIns="45720" rtlCol="0" anchor="ctr"/>
          <a:lstStyle>
            <a:lvl1pPr algn="l">
              <a:defRPr sz="1100" b="0" i="0">
                <a:solidFill>
                  <a:schemeClr val="tx1">
                    <a:tint val="75000"/>
                  </a:schemeClr>
                </a:solidFill>
                <a:latin typeface="Arial" panose="020B0604020202020204" pitchFamily="34" charset="0"/>
              </a:defRPr>
            </a:lvl1pPr>
          </a:lstStyle>
          <a:p>
            <a:fld id="{FA7E01F0-4D7D-EF43-B804-D4924E605778}" type="datetime4">
              <a:rPr lang="nl-NL" smtClean="0"/>
              <a:t>26 augustus 2025</a:t>
            </a:fld>
            <a:endParaRPr lang="en-US"/>
          </a:p>
        </p:txBody>
      </p:sp>
      <p:sp>
        <p:nvSpPr>
          <p:cNvPr id="5" name="Footer Placeholder 4">
            <a:extLst>
              <a:ext uri="{FF2B5EF4-FFF2-40B4-BE49-F238E27FC236}">
                <a16:creationId xmlns:a16="http://schemas.microsoft.com/office/drawing/2014/main" id="{4BE52E4E-3B4A-8A4D-8CF5-2FFAEAFA64D2}"/>
              </a:ext>
            </a:extLst>
          </p:cNvPr>
          <p:cNvSpPr>
            <a:spLocks noGrp="1"/>
          </p:cNvSpPr>
          <p:nvPr>
            <p:ph type="ftr" sz="quarter" idx="3"/>
          </p:nvPr>
        </p:nvSpPr>
        <p:spPr>
          <a:xfrm>
            <a:off x="6602400" y="6356350"/>
            <a:ext cx="4752000" cy="363600"/>
          </a:xfrm>
          <a:prstGeom prst="rect">
            <a:avLst/>
          </a:prstGeom>
        </p:spPr>
        <p:txBody>
          <a:bodyPr vert="horz" lIns="91440" tIns="45720" rIns="91440" bIns="45720" rtlCol="0" anchor="ctr"/>
          <a:lstStyle>
            <a:lvl1pPr algn="r">
              <a:defRPr sz="1100" b="0" i="0">
                <a:solidFill>
                  <a:schemeClr val="tx1">
                    <a:tint val="75000"/>
                  </a:schemeClr>
                </a:solidFill>
                <a:latin typeface="Arial" panose="020B0604020202020204" pitchFamily="34" charset="0"/>
              </a:defRPr>
            </a:lvl1pPr>
          </a:lstStyle>
          <a:p>
            <a:r>
              <a:rPr lang="nl-NL" noProof="0"/>
              <a:t>NAAM PRESENTATIE</a:t>
            </a:r>
          </a:p>
        </p:txBody>
      </p:sp>
      <p:sp>
        <p:nvSpPr>
          <p:cNvPr id="6" name="Slide Number Placeholder 5">
            <a:extLst>
              <a:ext uri="{FF2B5EF4-FFF2-40B4-BE49-F238E27FC236}">
                <a16:creationId xmlns:a16="http://schemas.microsoft.com/office/drawing/2014/main" id="{19801C2E-C291-CC4F-B519-367589415ABA}"/>
              </a:ext>
            </a:extLst>
          </p:cNvPr>
          <p:cNvSpPr>
            <a:spLocks noGrp="1"/>
          </p:cNvSpPr>
          <p:nvPr>
            <p:ph type="sldNum" sz="quarter" idx="4"/>
          </p:nvPr>
        </p:nvSpPr>
        <p:spPr>
          <a:xfrm>
            <a:off x="11641138" y="6356350"/>
            <a:ext cx="366414" cy="365125"/>
          </a:xfrm>
          <a:prstGeom prst="rect">
            <a:avLst/>
          </a:prstGeom>
        </p:spPr>
        <p:txBody>
          <a:bodyPr vert="horz" lIns="91440" tIns="45720" rIns="91440" bIns="45720" rtlCol="0" anchor="ctr"/>
          <a:lstStyle>
            <a:lvl1pPr algn="r">
              <a:defRPr sz="1100" b="0" i="0">
                <a:solidFill>
                  <a:schemeClr val="tx1">
                    <a:tint val="75000"/>
                  </a:schemeClr>
                </a:solidFill>
                <a:latin typeface="Arial" panose="020B0604020202020204" pitchFamily="34" charset="0"/>
              </a:defRPr>
            </a:lvl1pPr>
          </a:lstStyle>
          <a:p>
            <a:fld id="{EC1B0D69-B8A6-8744-9E7E-380CD2AD97F8}" type="slidenum">
              <a:rPr lang="nl-NL" noProof="0" smtClean="0"/>
              <a:pPr/>
              <a:t>‹nr.›</a:t>
            </a:fld>
            <a:endParaRPr lang="nl-NL" noProof="0"/>
          </a:p>
        </p:txBody>
      </p:sp>
      <p:grpSp>
        <p:nvGrpSpPr>
          <p:cNvPr id="7" name="Group 6">
            <a:extLst>
              <a:ext uri="{FF2B5EF4-FFF2-40B4-BE49-F238E27FC236}">
                <a16:creationId xmlns:a16="http://schemas.microsoft.com/office/drawing/2014/main" id="{C0FDCB9A-8761-334E-B1B4-D2DA4945FFAB}"/>
              </a:ext>
            </a:extLst>
          </p:cNvPr>
          <p:cNvGrpSpPr/>
          <p:nvPr userDrawn="1"/>
        </p:nvGrpSpPr>
        <p:grpSpPr>
          <a:xfrm>
            <a:off x="11496599" y="332656"/>
            <a:ext cx="407012" cy="348834"/>
            <a:chOff x="11496599" y="332656"/>
            <a:chExt cx="407012" cy="348834"/>
          </a:xfrm>
        </p:grpSpPr>
        <p:sp>
          <p:nvSpPr>
            <p:cNvPr id="8" name="Freeform 7">
              <a:extLst>
                <a:ext uri="{FF2B5EF4-FFF2-40B4-BE49-F238E27FC236}">
                  <a16:creationId xmlns:a16="http://schemas.microsoft.com/office/drawing/2014/main" id="{FC70E99D-78B4-B649-86A3-99FA95F8B9EA}"/>
                </a:ext>
              </a:extLst>
            </p:cNvPr>
            <p:cNvSpPr/>
            <p:nvPr userDrawn="1"/>
          </p:nvSpPr>
          <p:spPr>
            <a:xfrm>
              <a:off x="11496599" y="332656"/>
              <a:ext cx="174428" cy="348834"/>
            </a:xfrm>
            <a:custGeom>
              <a:avLst/>
              <a:gdLst>
                <a:gd name="connsiteX0" fmla="*/ 116317 w 174428"/>
                <a:gd name="connsiteY0" fmla="*/ 203556 h 348834"/>
                <a:gd name="connsiteX1" fmla="*/ 174428 w 174428"/>
                <a:gd name="connsiteY1" fmla="*/ 203556 h 348834"/>
                <a:gd name="connsiteX2" fmla="*/ 174428 w 174428"/>
                <a:gd name="connsiteY2" fmla="*/ 348834 h 348834"/>
                <a:gd name="connsiteX3" fmla="*/ 116317 w 174428"/>
                <a:gd name="connsiteY3" fmla="*/ 348834 h 348834"/>
                <a:gd name="connsiteX4" fmla="*/ 116317 w 174428"/>
                <a:gd name="connsiteY4" fmla="*/ 203556 h 348834"/>
                <a:gd name="connsiteX5" fmla="*/ 116317 w 174428"/>
                <a:gd name="connsiteY5" fmla="*/ 0 h 348834"/>
                <a:gd name="connsiteX6" fmla="*/ 174428 w 174428"/>
                <a:gd name="connsiteY6" fmla="*/ 0 h 348834"/>
                <a:gd name="connsiteX7" fmla="*/ 174428 w 174428"/>
                <a:gd name="connsiteY7" fmla="*/ 145264 h 348834"/>
                <a:gd name="connsiteX8" fmla="*/ 116317 w 174428"/>
                <a:gd name="connsiteY8" fmla="*/ 145264 h 348834"/>
                <a:gd name="connsiteX9" fmla="*/ 116317 w 174428"/>
                <a:gd name="connsiteY9" fmla="*/ 0 h 348834"/>
                <a:gd name="connsiteX10" fmla="*/ 0 w 174428"/>
                <a:gd name="connsiteY10" fmla="*/ 0 h 348834"/>
                <a:gd name="connsiteX11" fmla="*/ 58111 w 174428"/>
                <a:gd name="connsiteY11" fmla="*/ 0 h 348834"/>
                <a:gd name="connsiteX12" fmla="*/ 58111 w 174428"/>
                <a:gd name="connsiteY12" fmla="*/ 348668 h 348834"/>
                <a:gd name="connsiteX13" fmla="*/ 0 w 174428"/>
                <a:gd name="connsiteY13" fmla="*/ 348668 h 348834"/>
                <a:gd name="connsiteX14" fmla="*/ 0 w 174428"/>
                <a:gd name="connsiteY14" fmla="*/ 0 h 34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4428" h="348834">
                  <a:moveTo>
                    <a:pt x="116317" y="203556"/>
                  </a:moveTo>
                  <a:lnTo>
                    <a:pt x="174428" y="203556"/>
                  </a:lnTo>
                  <a:lnTo>
                    <a:pt x="174428" y="348834"/>
                  </a:lnTo>
                  <a:lnTo>
                    <a:pt x="116317" y="348834"/>
                  </a:lnTo>
                  <a:cubicBezTo>
                    <a:pt x="116317" y="348834"/>
                    <a:pt x="116317" y="203556"/>
                    <a:pt x="116317" y="203556"/>
                  </a:cubicBezTo>
                  <a:close/>
                  <a:moveTo>
                    <a:pt x="116317" y="0"/>
                  </a:moveTo>
                  <a:lnTo>
                    <a:pt x="174428" y="0"/>
                  </a:lnTo>
                  <a:lnTo>
                    <a:pt x="174428" y="145264"/>
                  </a:lnTo>
                  <a:lnTo>
                    <a:pt x="116317" y="145264"/>
                  </a:lnTo>
                  <a:cubicBezTo>
                    <a:pt x="116317" y="145264"/>
                    <a:pt x="116317" y="0"/>
                    <a:pt x="116317" y="0"/>
                  </a:cubicBezTo>
                  <a:close/>
                  <a:moveTo>
                    <a:pt x="0" y="0"/>
                  </a:moveTo>
                  <a:lnTo>
                    <a:pt x="58111" y="0"/>
                  </a:lnTo>
                  <a:lnTo>
                    <a:pt x="58111" y="348668"/>
                  </a:lnTo>
                  <a:lnTo>
                    <a:pt x="0" y="348668"/>
                  </a:lnTo>
                  <a:cubicBezTo>
                    <a:pt x="0" y="348668"/>
                    <a:pt x="0" y="0"/>
                    <a:pt x="0" y="0"/>
                  </a:cubicBezTo>
                  <a:close/>
                </a:path>
              </a:pathLst>
            </a:custGeom>
            <a:solidFill>
              <a:schemeClr val="accent1"/>
            </a:solidFill>
            <a:ln w="12700">
              <a:miter lim="400000"/>
            </a:ln>
          </p:spPr>
          <p:txBody>
            <a:bodyPr wrap="square" lIns="38100" tIns="38100" rIns="38100" bIns="38100" anchor="ctr">
              <a:noAutofit/>
            </a:bodyP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sp>
          <p:nvSpPr>
            <p:cNvPr id="9" name="Shape">
              <a:extLst>
                <a:ext uri="{FF2B5EF4-FFF2-40B4-BE49-F238E27FC236}">
                  <a16:creationId xmlns:a16="http://schemas.microsoft.com/office/drawing/2014/main" id="{470A971C-1229-3147-818F-F169AF366571}"/>
                </a:ext>
              </a:extLst>
            </p:cNvPr>
            <p:cNvSpPr/>
            <p:nvPr userDrawn="1"/>
          </p:nvSpPr>
          <p:spPr>
            <a:xfrm>
              <a:off x="11729235" y="332656"/>
              <a:ext cx="174376" cy="261501"/>
            </a:xfrm>
            <a:custGeom>
              <a:avLst/>
              <a:gdLst/>
              <a:ahLst/>
              <a:cxnLst>
                <a:cxn ang="0">
                  <a:pos x="wd2" y="hd2"/>
                </a:cxn>
                <a:cxn ang="5400000">
                  <a:pos x="wd2" y="hd2"/>
                </a:cxn>
                <a:cxn ang="10800000">
                  <a:pos x="wd2" y="hd2"/>
                </a:cxn>
                <a:cxn ang="16200000">
                  <a:pos x="wd2" y="hd2"/>
                </a:cxn>
              </a:cxnLst>
              <a:rect l="0" t="0" r="r" b="b"/>
              <a:pathLst>
                <a:path w="21600" h="21600" extrusionOk="0">
                  <a:moveTo>
                    <a:pt x="21598" y="14399"/>
                  </a:moveTo>
                  <a:lnTo>
                    <a:pt x="21598" y="0"/>
                  </a:lnTo>
                  <a:lnTo>
                    <a:pt x="14400" y="0"/>
                  </a:lnTo>
                  <a:lnTo>
                    <a:pt x="14400" y="14399"/>
                  </a:lnTo>
                  <a:cubicBezTo>
                    <a:pt x="14400" y="15724"/>
                    <a:pt x="12783" y="16800"/>
                    <a:pt x="10801" y="16800"/>
                  </a:cubicBezTo>
                  <a:cubicBezTo>
                    <a:pt x="8806" y="16800"/>
                    <a:pt x="7202" y="15724"/>
                    <a:pt x="7202" y="14399"/>
                  </a:cubicBezTo>
                  <a:lnTo>
                    <a:pt x="7202" y="0"/>
                  </a:lnTo>
                  <a:lnTo>
                    <a:pt x="3" y="0"/>
                  </a:lnTo>
                  <a:lnTo>
                    <a:pt x="0" y="14399"/>
                  </a:lnTo>
                  <a:cubicBezTo>
                    <a:pt x="0" y="18386"/>
                    <a:pt x="4828" y="21600"/>
                    <a:pt x="10801" y="21600"/>
                  </a:cubicBezTo>
                  <a:cubicBezTo>
                    <a:pt x="16774" y="21600"/>
                    <a:pt x="21600" y="18386"/>
                    <a:pt x="21600" y="14399"/>
                  </a:cubicBezTo>
                  <a:cubicBezTo>
                    <a:pt x="21600" y="14399"/>
                    <a:pt x="21598" y="14399"/>
                    <a:pt x="21598" y="14399"/>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b="0" i="0">
                <a:latin typeface="Arial" panose="020B0604020202020204" pitchFamily="34" charset="0"/>
              </a:endParaRPr>
            </a:p>
          </p:txBody>
        </p:sp>
      </p:grpSp>
    </p:spTree>
    <p:extLst>
      <p:ext uri="{BB962C8B-B14F-4D97-AF65-F5344CB8AC3E}">
        <p14:creationId xmlns:p14="http://schemas.microsoft.com/office/powerpoint/2010/main" val="2293707824"/>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64" r:id="rId3"/>
    <p:sldLayoutId id="2147483669" r:id="rId4"/>
    <p:sldLayoutId id="2147483650" r:id="rId5"/>
    <p:sldLayoutId id="2147483681" r:id="rId6"/>
    <p:sldLayoutId id="2147483679" r:id="rId7"/>
    <p:sldLayoutId id="2147483670" r:id="rId8"/>
    <p:sldLayoutId id="2147483663" r:id="rId9"/>
    <p:sldLayoutId id="2147483672" r:id="rId10"/>
    <p:sldLayoutId id="2147483674" r:id="rId11"/>
    <p:sldLayoutId id="2147483675" r:id="rId12"/>
    <p:sldLayoutId id="2147483676" r:id="rId13"/>
    <p:sldLayoutId id="2147483677" r:id="rId14"/>
    <p:sldLayoutId id="2147483678" r:id="rId15"/>
    <p:sldLayoutId id="2147483668" r:id="rId16"/>
    <p:sldLayoutId id="2147483680" r:id="rId17"/>
  </p:sldLayoutIdLst>
  <p:hf hdr="0"/>
  <p:txStyles>
    <p:titleStyle>
      <a:lvl1pPr algn="l" defTabSz="914400" rtl="0" eaLnBrk="1" latinLnBrk="0" hangingPunct="1">
        <a:lnSpc>
          <a:spcPct val="90000"/>
        </a:lnSpc>
        <a:spcBef>
          <a:spcPct val="0"/>
        </a:spcBef>
        <a:buNone/>
        <a:defRPr sz="4400" b="0" i="0" kern="1200">
          <a:solidFill>
            <a:srgbClr val="0099D4"/>
          </a:solidFill>
          <a:latin typeface="Arial" panose="020B0604020202020204" pitchFamily="34" charset="0"/>
          <a:ea typeface="+mj-ea"/>
          <a:cs typeface="+mj-cs"/>
        </a:defRPr>
      </a:lvl1pPr>
    </p:titleStyle>
    <p:bodyStyle>
      <a:lvl1pPr marL="0" indent="0" algn="l" defTabSz="914400" rtl="0" eaLnBrk="1" latinLnBrk="0" hangingPunct="1">
        <a:lnSpc>
          <a:spcPct val="110000"/>
        </a:lnSpc>
        <a:spcBef>
          <a:spcPts val="600"/>
        </a:spcBef>
        <a:buClr>
          <a:srgbClr val="0099D4"/>
        </a:buClr>
        <a:buFont typeface="Arial" panose="020B0604020202020204" pitchFamily="34" charset="0"/>
        <a:buNone/>
        <a:tabLst/>
        <a:defRPr sz="1800" b="0" i="0" kern="1200">
          <a:solidFill>
            <a:schemeClr val="tx1"/>
          </a:solidFill>
          <a:latin typeface="Arial" panose="020B0604020202020204" pitchFamily="34" charset="0"/>
          <a:ea typeface="+mn-ea"/>
          <a:cs typeface="+mn-cs"/>
        </a:defRPr>
      </a:lvl1pPr>
      <a:lvl2pPr marL="269875" indent="-263525"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2pPr>
      <a:lvl3pPr marL="533400" indent="-263525"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3pPr>
      <a:lvl4pPr marL="804863" indent="-271463"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4pPr>
      <a:lvl5pPr marL="1068388" indent="-263525" algn="l" defTabSz="914400" rtl="0" eaLnBrk="1" latinLnBrk="0" hangingPunct="1">
        <a:lnSpc>
          <a:spcPct val="110000"/>
        </a:lnSpc>
        <a:spcBef>
          <a:spcPts val="600"/>
        </a:spcBef>
        <a:buClr>
          <a:srgbClr val="0099D4"/>
        </a:buClr>
        <a:buFont typeface="Arial" panose="020B0604020202020204" pitchFamily="34" charset="0"/>
        <a:buChar char="•"/>
        <a:tabLst/>
        <a:defRPr sz="1800" b="0" i="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158" userDrawn="1">
          <p15:clr>
            <a:srgbClr val="F26B43"/>
          </p15:clr>
        </p15:guide>
        <p15:guide id="4" orient="horz" pos="436" userDrawn="1">
          <p15:clr>
            <a:srgbClr val="F26B43"/>
          </p15:clr>
        </p15:guide>
        <p15:guide id="5" orient="horz" pos="300" userDrawn="1">
          <p15:clr>
            <a:srgbClr val="F26B43"/>
          </p15:clr>
        </p15:guide>
        <p15:guide id="6" pos="347" userDrawn="1">
          <p15:clr>
            <a:srgbClr val="F26B43"/>
          </p15:clr>
        </p15:guide>
        <p15:guide id="7" pos="7333" userDrawn="1">
          <p15:clr>
            <a:srgbClr val="F26B43"/>
          </p15:clr>
        </p15:guide>
        <p15:guide id="8" orient="horz" pos="4065" userDrawn="1">
          <p15:clr>
            <a:srgbClr val="F26B43"/>
          </p15:clr>
        </p15:guide>
        <p15:guide id="9" pos="3522" userDrawn="1">
          <p15:clr>
            <a:srgbClr val="F26B43"/>
          </p15:clr>
        </p15:guide>
        <p15:guide id="10" orient="horz" pos="1480" userDrawn="1">
          <p15:clr>
            <a:srgbClr val="F26B43"/>
          </p15:clr>
        </p15:guide>
        <p15:guide id="11" orient="horz" pos="3884" userDrawn="1">
          <p15:clr>
            <a:srgbClr val="F26B43"/>
          </p15:clr>
        </p15:guide>
        <p15:guide id="12" orient="horz" pos="125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964A64A-324A-0347-9067-1916E2DEC92D}"/>
              </a:ext>
            </a:extLst>
          </p:cNvPr>
          <p:cNvSpPr>
            <a:spLocks noGrp="1"/>
          </p:cNvSpPr>
          <p:nvPr>
            <p:ph type="ctrTitle"/>
          </p:nvPr>
        </p:nvSpPr>
        <p:spPr/>
        <p:txBody>
          <a:bodyPr/>
          <a:lstStyle/>
          <a:p>
            <a:r>
              <a:t>Onderzoek doen met Jev</a:t>
            </a:r>
          </a:p>
        </p:txBody>
      </p:sp>
      <p:sp>
        <p:nvSpPr>
          <p:cNvPr id="3" name="Subtitle 2">
            <a:extLst>
              <a:ext uri="{FF2B5EF4-FFF2-40B4-BE49-F238E27FC236}">
                <a16:creationId xmlns:a16="http://schemas.microsoft.com/office/drawing/2014/main" id="{629C5C66-EA92-8944-8A06-BB25ABC7BD4D}"/>
              </a:ext>
            </a:extLst>
          </p:cNvPr>
          <p:cNvSpPr>
            <a:spLocks noGrp="1"/>
          </p:cNvSpPr>
          <p:nvPr>
            <p:ph type="subTitle" idx="1"/>
          </p:nvPr>
        </p:nvSpPr>
        <p:spPr/>
        <p:txBody>
          <a:bodyPr>
            <a:normAutofit fontScale="92500" lnSpcReduction="20000"/>
          </a:bodyPr>
          <a:lstStyle/>
          <a:p>
            <a:r>
              <a:t>Van tekst naar tabel naar statistiek</a:t>
            </a:r>
          </a:p>
        </p:txBody>
      </p:sp>
      <p:sp>
        <p:nvSpPr>
          <p:cNvPr id="9" name="Text Placeholder 8">
            <a:extLst>
              <a:ext uri="{FF2B5EF4-FFF2-40B4-BE49-F238E27FC236}">
                <a16:creationId xmlns:a16="http://schemas.microsoft.com/office/drawing/2014/main" id="{224E7B7D-FA7E-7245-8D67-28F97910C800}"/>
              </a:ext>
            </a:extLst>
          </p:cNvPr>
          <p:cNvSpPr>
            <a:spLocks noGrp="1"/>
          </p:cNvSpPr>
          <p:nvPr>
            <p:ph type="body" sz="quarter" idx="13"/>
          </p:nvPr>
        </p:nvSpPr>
        <p:spPr/>
        <p:txBody>
          <a:bodyPr>
            <a:normAutofit fontScale="92500" lnSpcReduction="20000"/>
          </a:bodyPr>
          <a:lstStyle/>
          <a:p>
            <a:r>
              <a:t>Master Human-Centered AI · Jan van Rouwendal</a:t>
            </a:r>
          </a:p>
        </p:txBody>
      </p:sp>
      <p:sp>
        <p:nvSpPr>
          <p:cNvPr id="4" name="Picture Placeholder 3">
            <a:extLst>
              <a:ext uri="{FF2B5EF4-FFF2-40B4-BE49-F238E27FC236}">
                <a16:creationId xmlns:a16="http://schemas.microsoft.com/office/drawing/2014/main" id="{2054D1C3-1C5B-AB44-92BF-E500590ED638}"/>
              </a:ext>
            </a:extLst>
          </p:cNvPr>
          <p:cNvSpPr>
            <a:spLocks noGrp="1"/>
          </p:cNvSpPr>
          <p:nvPr>
            <p:ph type="pic" sz="quarter" idx="14"/>
          </p:nvPr>
        </p:nvSpPr>
        <p:spPr/>
        <p:txBody>
          <a:bodyPr/>
          <a:lstStyle/>
          <a:p>
            <a:endParaRPr lang="nl-NL"/>
          </a:p>
        </p:txBody>
      </p:sp>
      <p:pic>
        <p:nvPicPr>
          <p:cNvPr id="10" name="Picture Placeholder 6">
            <a:extLst>
              <a:ext uri="{FF2B5EF4-FFF2-40B4-BE49-F238E27FC236}">
                <a16:creationId xmlns:a16="http://schemas.microsoft.com/office/drawing/2014/main" id="{0EBB1B35-9093-8741-9A97-0622CB9B7F88}"/>
              </a:ext>
            </a:extLst>
          </p:cNvPr>
          <p:cNvPicPr>
            <a:picLocks noChangeAspect="1"/>
          </p:cNvPicPr>
          <p:nvPr/>
        </p:nvPicPr>
        <p:blipFill>
          <a:blip r:embed="rId2"/>
          <a:stretch>
            <a:fillRect/>
          </a:stretch>
        </p:blipFill>
        <p:spPr>
          <a:xfrm>
            <a:off x="6096000" y="0"/>
            <a:ext cx="6096000" cy="5661248"/>
          </a:xfrm>
          <a:prstGeom prst="rect">
            <a:avLst/>
          </a:prstGeom>
          <a:solidFill>
            <a:schemeClr val="bg2"/>
          </a:solidFill>
        </p:spPr>
      </p:pic>
    </p:spTree>
    <p:extLst>
      <p:ext uri="{BB962C8B-B14F-4D97-AF65-F5344CB8AC3E}">
        <p14:creationId xmlns:p14="http://schemas.microsoft.com/office/powerpoint/2010/main" val="3591897477"/>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Programma: twee uur</a:t>
            </a:r>
          </a:p>
        </p:txBody>
      </p:sp>
      <p:graphicFrame>
        <p:nvGraphicFramePr>
          <p:cNvPr id="3" name="Table 2"/>
          <p:cNvGraphicFramePr>
            <a:graphicFrameLocks noGrp="1"/>
          </p:cNvGraphicFramePr>
          <p:nvPr/>
        </p:nvGraphicFramePr>
        <p:xfrm>
          <a:off x="548640" y="1828800"/>
          <a:ext cx="11091672" cy="3785616"/>
        </p:xfrm>
        <a:graphic>
          <a:graphicData uri="http://schemas.openxmlformats.org/drawingml/2006/table">
            <a:tbl>
              <a:tblPr firstRow="1" bandRow="1">
                <a:tableStyleId>{5C22544A-7EE6-4342-B048-85BDC9FD1C3A}</a:tableStyleId>
              </a:tblPr>
              <a:tblGrid>
                <a:gridCol w="1005840"/>
                <a:gridCol w="4572000"/>
                <a:gridCol w="5513832"/>
              </a:tblGrid>
              <a:tr h="420624">
                <a:tc>
                  <a:txBody>
                    <a:bodyPr/>
                    <a:lstStyle/>
                    <a:p>
                      <a:r>
                        <a:rPr b="1" i="0" sz="1500">
                          <a:solidFill>
                            <a:srgbClr val="FFFFFF"/>
                          </a:solidFill>
                          <a:latin typeface="Arial"/>
                        </a:rPr>
                        <a:t>Tijd</a:t>
                      </a:r>
                    </a:p>
                  </a:txBody>
                  <a:tcPr marL="91440" marR="91440" marT="36576" marB="36576" anchor="ctr">
                    <a:solidFill>
                      <a:srgbClr val="00A0D2"/>
                    </a:solidFill>
                  </a:tcPr>
                </a:tc>
                <a:tc>
                  <a:txBody>
                    <a:bodyPr/>
                    <a:lstStyle/>
                    <a:p>
                      <a:r>
                        <a:rPr b="1" i="0" sz="1500">
                          <a:solidFill>
                            <a:srgbClr val="FFFFFF"/>
                          </a:solidFill>
                          <a:latin typeface="Arial"/>
                        </a:rPr>
                        <a:t>Onderdeel</a:t>
                      </a:r>
                    </a:p>
                  </a:txBody>
                  <a:tcPr marL="91440" marR="91440" marT="36576" marB="36576" anchor="ctr">
                    <a:solidFill>
                      <a:srgbClr val="00A0D2"/>
                    </a:solidFill>
                  </a:tcPr>
                </a:tc>
                <a:tc>
                  <a:txBody>
                    <a:bodyPr/>
                    <a:lstStyle/>
                    <a:p>
                      <a:r>
                        <a:rPr b="1" i="0" sz="1500">
                          <a:solidFill>
                            <a:srgbClr val="FFFFFF"/>
                          </a:solidFill>
                          <a:latin typeface="Arial"/>
                        </a:rPr>
                        <a:t>Wat doe jij?</a:t>
                      </a:r>
                    </a:p>
                  </a:txBody>
                  <a:tcPr marL="91440" marR="91440" marT="36576" marB="36576" anchor="ctr">
                    <a:solidFill>
                      <a:srgbClr val="00A0D2"/>
                    </a:solidFill>
                  </a:tcPr>
                </a:tc>
              </a:tr>
              <a:tr h="420624">
                <a:tc>
                  <a:txBody>
                    <a:bodyPr/>
                    <a:lstStyle/>
                    <a:p>
                      <a:r>
                        <a:rPr b="1" i="0" sz="1500">
                          <a:solidFill>
                            <a:srgbClr val="1E1E1E"/>
                          </a:solidFill>
                          <a:latin typeface="Arial"/>
                        </a:rPr>
                        <a:t>0:00</a:t>
                      </a:r>
                    </a:p>
                  </a:txBody>
                  <a:tcPr marL="91440" marR="91440" marT="36576" marB="36576" anchor="ctr">
                    <a:solidFill>
                      <a:srgbClr val="FFFFFF"/>
                    </a:solidFill>
                  </a:tcPr>
                </a:tc>
                <a:tc>
                  <a:txBody>
                    <a:bodyPr/>
                    <a:lstStyle/>
                    <a:p>
                      <a:r>
                        <a:rPr b="0" i="0" sz="1500">
                          <a:solidFill>
                            <a:srgbClr val="1E1E1E"/>
                          </a:solidFill>
                          <a:latin typeface="Arial"/>
                        </a:rPr>
                        <a:t>Wat is Jev, en wat gaan we doen?</a:t>
                      </a:r>
                    </a:p>
                  </a:txBody>
                  <a:tcPr marL="91440" marR="91440" marT="36576" marB="36576" anchor="ctr">
                    <a:solidFill>
                      <a:srgbClr val="FFFFFF"/>
                    </a:solidFill>
                  </a:tcPr>
                </a:tc>
                <a:tc>
                  <a:txBody>
                    <a:bodyPr/>
                    <a:lstStyle/>
                    <a:p>
                      <a:r>
                        <a:rPr b="0" i="0" sz="1500">
                          <a:solidFill>
                            <a:srgbClr val="1E1E1E"/>
                          </a:solidFill>
                          <a:latin typeface="Arial"/>
                        </a:rPr>
                        <a:t>Luisteren en meedenken</a:t>
                      </a:r>
                    </a:p>
                  </a:txBody>
                  <a:tcPr marL="91440" marR="91440" marT="36576" marB="36576" anchor="ctr">
                    <a:solidFill>
                      <a:srgbClr val="FFFFFF"/>
                    </a:solidFill>
                  </a:tcPr>
                </a:tc>
              </a:tr>
              <a:tr h="420624">
                <a:tc>
                  <a:txBody>
                    <a:bodyPr/>
                    <a:lstStyle/>
                    <a:p>
                      <a:r>
                        <a:rPr b="1" i="0" sz="1500">
                          <a:solidFill>
                            <a:srgbClr val="1E1E1E"/>
                          </a:solidFill>
                          <a:latin typeface="Arial"/>
                        </a:rPr>
                        <a:t>0:15</a:t>
                      </a:r>
                    </a:p>
                  </a:txBody>
                  <a:tcPr marL="91440" marR="91440" marT="36576" marB="36576" anchor="ctr">
                    <a:solidFill>
                      <a:srgbClr val="F2F2F2"/>
                    </a:solidFill>
                  </a:tcPr>
                </a:tc>
                <a:tc>
                  <a:txBody>
                    <a:bodyPr/>
                    <a:lstStyle/>
                    <a:p>
                      <a:r>
                        <a:rPr b="0" i="0" sz="1500">
                          <a:solidFill>
                            <a:srgbClr val="1E1E1E"/>
                          </a:solidFill>
                          <a:latin typeface="Arial"/>
                        </a:rPr>
                        <a:t>Opstarten</a:t>
                      </a:r>
                    </a:p>
                  </a:txBody>
                  <a:tcPr marL="91440" marR="91440" marT="36576" marB="36576" anchor="ctr">
                    <a:solidFill>
                      <a:srgbClr val="F2F2F2"/>
                    </a:solidFill>
                  </a:tcPr>
                </a:tc>
                <a:tc>
                  <a:txBody>
                    <a:bodyPr/>
                    <a:lstStyle/>
                    <a:p>
                      <a:r>
                        <a:rPr b="0" i="0" sz="1500">
                          <a:solidFill>
                            <a:srgbClr val="1E1E1E"/>
                          </a:solidFill>
                          <a:latin typeface="Arial"/>
                        </a:rPr>
                        <a:t>Notebook openen, sleutel laden</a:t>
                      </a:r>
                    </a:p>
                  </a:txBody>
                  <a:tcPr marL="91440" marR="91440" marT="36576" marB="36576" anchor="ctr">
                    <a:solidFill>
                      <a:srgbClr val="F2F2F2"/>
                    </a:solidFill>
                  </a:tcPr>
                </a:tc>
              </a:tr>
              <a:tr h="420624">
                <a:tc>
                  <a:txBody>
                    <a:bodyPr/>
                    <a:lstStyle/>
                    <a:p>
                      <a:r>
                        <a:rPr b="1" i="0" sz="1500">
                          <a:solidFill>
                            <a:srgbClr val="1E1E1E"/>
                          </a:solidFill>
                          <a:latin typeface="Arial"/>
                        </a:rPr>
                        <a:t>0:20</a:t>
                      </a:r>
                    </a:p>
                  </a:txBody>
                  <a:tcPr marL="91440" marR="91440" marT="36576" marB="36576" anchor="ctr">
                    <a:solidFill>
                      <a:srgbClr val="FFFFFF"/>
                    </a:solidFill>
                  </a:tcPr>
                </a:tc>
                <a:tc>
                  <a:txBody>
                    <a:bodyPr/>
                    <a:lstStyle/>
                    <a:p>
                      <a:r>
                        <a:rPr b="0" i="0" sz="1500">
                          <a:solidFill>
                            <a:srgbClr val="1E1E1E"/>
                          </a:solidFill>
                          <a:latin typeface="Arial"/>
                        </a:rPr>
                        <a:t>Deel 1 · Kennismaken met Jev</a:t>
                      </a:r>
                    </a:p>
                  </a:txBody>
                  <a:tcPr marL="91440" marR="91440" marT="36576" marB="36576" anchor="ctr">
                    <a:solidFill>
                      <a:srgbClr val="FFFFFF"/>
                    </a:solidFill>
                  </a:tcPr>
                </a:tc>
                <a:tc>
                  <a:txBody>
                    <a:bodyPr/>
                    <a:lstStyle/>
                    <a:p>
                      <a:r>
                        <a:rPr b="0" i="0" sz="1500">
                          <a:solidFill>
                            <a:srgbClr val="EC0010"/>
                          </a:solidFill>
                          <a:latin typeface="Arial"/>
                        </a:rPr>
                        <a:t>Opdracht 1: een choice- en een score-vraag bouwen</a:t>
                      </a:r>
                    </a:p>
                  </a:txBody>
                  <a:tcPr marL="91440" marR="91440" marT="36576" marB="36576" anchor="ctr">
                    <a:solidFill>
                      <a:srgbClr val="FFFFFF"/>
                    </a:solidFill>
                  </a:tcPr>
                </a:tc>
              </a:tr>
              <a:tr h="420624">
                <a:tc>
                  <a:txBody>
                    <a:bodyPr/>
                    <a:lstStyle/>
                    <a:p>
                      <a:r>
                        <a:rPr b="1" i="0" sz="1500">
                          <a:solidFill>
                            <a:srgbClr val="1E1E1E"/>
                          </a:solidFill>
                          <a:latin typeface="Arial"/>
                        </a:rPr>
                        <a:t>0:40</a:t>
                      </a:r>
                    </a:p>
                  </a:txBody>
                  <a:tcPr marL="91440" marR="91440" marT="36576" marB="36576" anchor="ctr">
                    <a:solidFill>
                      <a:srgbClr val="F2F2F2"/>
                    </a:solidFill>
                  </a:tcPr>
                </a:tc>
                <a:tc>
                  <a:txBody>
                    <a:bodyPr/>
                    <a:lstStyle/>
                    <a:p>
                      <a:r>
                        <a:rPr b="0" i="0" sz="1500">
                          <a:solidFill>
                            <a:srgbClr val="1E1E1E"/>
                          </a:solidFill>
                          <a:latin typeface="Arial"/>
                        </a:rPr>
                        <a:t>Deel 2 · Van PDF naar zinnen</a:t>
                      </a:r>
                    </a:p>
                  </a:txBody>
                  <a:tcPr marL="91440" marR="91440" marT="36576" marB="36576" anchor="ctr">
                    <a:solidFill>
                      <a:srgbClr val="F2F2F2"/>
                    </a:solidFill>
                  </a:tcPr>
                </a:tc>
                <a:tc>
                  <a:txBody>
                    <a:bodyPr/>
                    <a:lstStyle/>
                    <a:p>
                      <a:r>
                        <a:rPr b="0" i="0" sz="1500">
                          <a:solidFill>
                            <a:srgbClr val="1E1E1E"/>
                          </a:solidFill>
                          <a:latin typeface="Arial"/>
                        </a:rPr>
                        <a:t>Kijken hoe code de tekst knipt</a:t>
                      </a:r>
                    </a:p>
                  </a:txBody>
                  <a:tcPr marL="91440" marR="91440" marT="36576" marB="36576" anchor="ctr">
                    <a:solidFill>
                      <a:srgbClr val="F2F2F2"/>
                    </a:solidFill>
                  </a:tcPr>
                </a:tc>
              </a:tr>
              <a:tr h="420624">
                <a:tc>
                  <a:txBody>
                    <a:bodyPr/>
                    <a:lstStyle/>
                    <a:p>
                      <a:r>
                        <a:rPr b="1" i="0" sz="1500">
                          <a:solidFill>
                            <a:srgbClr val="1E1E1E"/>
                          </a:solidFill>
                          <a:latin typeface="Arial"/>
                        </a:rPr>
                        <a:t>0:50</a:t>
                      </a:r>
                    </a:p>
                  </a:txBody>
                  <a:tcPr marL="91440" marR="91440" marT="36576" marB="36576" anchor="ctr">
                    <a:solidFill>
                      <a:srgbClr val="FFFFFF"/>
                    </a:solidFill>
                  </a:tcPr>
                </a:tc>
                <a:tc>
                  <a:txBody>
                    <a:bodyPr/>
                    <a:lstStyle/>
                    <a:p>
                      <a:r>
                        <a:rPr b="0" i="0" sz="1500">
                          <a:solidFill>
                            <a:srgbClr val="1E1E1E"/>
                          </a:solidFill>
                          <a:latin typeface="Arial"/>
                        </a:rPr>
                        <a:t>Deel 3 · Jev beoordeelt elke zin</a:t>
                      </a:r>
                    </a:p>
                  </a:txBody>
                  <a:tcPr marL="91440" marR="91440" marT="36576" marB="36576" anchor="ctr">
                    <a:solidFill>
                      <a:srgbClr val="FFFFFF"/>
                    </a:solidFill>
                  </a:tcPr>
                </a:tc>
                <a:tc>
                  <a:txBody>
                    <a:bodyPr/>
                    <a:lstStyle/>
                    <a:p>
                      <a:r>
                        <a:rPr b="0" i="0" sz="1500">
                          <a:solidFill>
                            <a:srgbClr val="EC0010"/>
                          </a:solidFill>
                          <a:latin typeface="Arial"/>
                        </a:rPr>
                        <a:t>Opdracht 2: de argumenten selecteren</a:t>
                      </a:r>
                    </a:p>
                  </a:txBody>
                  <a:tcPr marL="91440" marR="91440" marT="36576" marB="36576" anchor="ctr">
                    <a:solidFill>
                      <a:srgbClr val="FFFFFF"/>
                    </a:solidFill>
                  </a:tcPr>
                </a:tc>
              </a:tr>
              <a:tr h="420624">
                <a:tc>
                  <a:txBody>
                    <a:bodyPr/>
                    <a:lstStyle/>
                    <a:p>
                      <a:r>
                        <a:rPr b="1" i="0" sz="1500">
                          <a:solidFill>
                            <a:srgbClr val="1E1E1E"/>
                          </a:solidFill>
                          <a:latin typeface="Arial"/>
                        </a:rPr>
                        <a:t>1:10</a:t>
                      </a:r>
                    </a:p>
                  </a:txBody>
                  <a:tcPr marL="91440" marR="91440" marT="36576" marB="36576" anchor="ctr">
                    <a:solidFill>
                      <a:srgbClr val="F2F2F2"/>
                    </a:solidFill>
                  </a:tcPr>
                </a:tc>
                <a:tc>
                  <a:txBody>
                    <a:bodyPr/>
                    <a:lstStyle/>
                    <a:p>
                      <a:r>
                        <a:rPr b="0" i="0" sz="1500">
                          <a:solidFill>
                            <a:srgbClr val="1E1E1E"/>
                          </a:solidFill>
                          <a:latin typeface="Arial"/>
                        </a:rPr>
                        <a:t>Pauze</a:t>
                      </a:r>
                    </a:p>
                  </a:txBody>
                  <a:tcPr marL="91440" marR="91440" marT="36576" marB="36576" anchor="ctr">
                    <a:solidFill>
                      <a:srgbClr val="F2F2F2"/>
                    </a:solidFill>
                  </a:tcPr>
                </a:tc>
                <a:tc>
                  <a:txBody>
                    <a:bodyPr/>
                    <a:lstStyle/>
                    <a:p>
                      <a:r>
                        <a:rPr b="0" i="0" sz="1500">
                          <a:solidFill>
                            <a:srgbClr val="1E1E1E"/>
                          </a:solidFill>
                          <a:latin typeface="Arial"/>
                        </a:rPr>
                        <a:t/>
                      </a:r>
                    </a:p>
                  </a:txBody>
                  <a:tcPr marL="91440" marR="91440" marT="36576" marB="36576" anchor="ctr">
                    <a:solidFill>
                      <a:srgbClr val="F2F2F2"/>
                    </a:solidFill>
                  </a:tcPr>
                </a:tc>
              </a:tr>
              <a:tr h="420624">
                <a:tc>
                  <a:txBody>
                    <a:bodyPr/>
                    <a:lstStyle/>
                    <a:p>
                      <a:r>
                        <a:rPr b="1" i="0" sz="1500">
                          <a:solidFill>
                            <a:srgbClr val="1E1E1E"/>
                          </a:solidFill>
                          <a:latin typeface="Arial"/>
                        </a:rPr>
                        <a:t>1:15</a:t>
                      </a:r>
                    </a:p>
                  </a:txBody>
                  <a:tcPr marL="91440" marR="91440" marT="36576" marB="36576" anchor="ctr">
                    <a:solidFill>
                      <a:srgbClr val="FFFFFF"/>
                    </a:solidFill>
                  </a:tcPr>
                </a:tc>
                <a:tc>
                  <a:txBody>
                    <a:bodyPr/>
                    <a:lstStyle/>
                    <a:p>
                      <a:r>
                        <a:rPr b="0" i="0" sz="1500">
                          <a:solidFill>
                            <a:srgbClr val="1E1E1E"/>
                          </a:solidFill>
                          <a:latin typeface="Arial"/>
                        </a:rPr>
                        <a:t>Deel 4 · Grafiek en statistiek</a:t>
                      </a:r>
                    </a:p>
                  </a:txBody>
                  <a:tcPr marL="91440" marR="91440" marT="36576" marB="36576" anchor="ctr">
                    <a:solidFill>
                      <a:srgbClr val="FFFFFF"/>
                    </a:solidFill>
                  </a:tcPr>
                </a:tc>
                <a:tc>
                  <a:txBody>
                    <a:bodyPr/>
                    <a:lstStyle/>
                    <a:p>
                      <a:r>
                        <a:rPr b="0" i="0" sz="1500">
                          <a:solidFill>
                            <a:srgbClr val="EC0010"/>
                          </a:solidFill>
                          <a:latin typeface="Arial"/>
                        </a:rPr>
                        <a:t>Opdracht 3 en 4: grafiek per rapport en een toets</a:t>
                      </a:r>
                    </a:p>
                  </a:txBody>
                  <a:tcPr marL="91440" marR="91440" marT="36576" marB="36576" anchor="ctr">
                    <a:solidFill>
                      <a:srgbClr val="FFFFFF"/>
                    </a:solidFill>
                  </a:tcPr>
                </a:tc>
              </a:tr>
              <a:tr h="420624">
                <a:tc>
                  <a:txBody>
                    <a:bodyPr/>
                    <a:lstStyle/>
                    <a:p>
                      <a:r>
                        <a:rPr b="1" i="0" sz="1500">
                          <a:solidFill>
                            <a:srgbClr val="1E1E1E"/>
                          </a:solidFill>
                          <a:latin typeface="Arial"/>
                        </a:rPr>
                        <a:t>1:40</a:t>
                      </a:r>
                    </a:p>
                  </a:txBody>
                  <a:tcPr marL="91440" marR="91440" marT="36576" marB="36576" anchor="ctr">
                    <a:solidFill>
                      <a:srgbClr val="F2F2F2"/>
                    </a:solidFill>
                  </a:tcPr>
                </a:tc>
                <a:tc>
                  <a:txBody>
                    <a:bodyPr/>
                    <a:lstStyle/>
                    <a:p>
                      <a:r>
                        <a:rPr b="0" i="0" sz="1500">
                          <a:solidFill>
                            <a:srgbClr val="1E1E1E"/>
                          </a:solidFill>
                          <a:latin typeface="Arial"/>
                        </a:rPr>
                        <a:t>Deel 5 · Reflectie: jouw eigen onderzoek</a:t>
                      </a:r>
                    </a:p>
                  </a:txBody>
                  <a:tcPr marL="91440" marR="91440" marT="36576" marB="36576" anchor="ctr">
                    <a:solidFill>
                      <a:srgbClr val="F2F2F2"/>
                    </a:solidFill>
                  </a:tcPr>
                </a:tc>
                <a:tc>
                  <a:txBody>
                    <a:bodyPr/>
                    <a:lstStyle/>
                    <a:p>
                      <a:r>
                        <a:rPr b="0" i="0" sz="1500">
                          <a:solidFill>
                            <a:srgbClr val="1E1E1E"/>
                          </a:solidFill>
                          <a:latin typeface="Arial"/>
                        </a:rPr>
                        <a:t>Eigen codeboek schetsen</a:t>
                      </a:r>
                    </a:p>
                  </a:txBody>
                  <a:tcPr marL="91440" marR="91440" marT="36576" marB="36576" anchor="ctr">
                    <a:solidFill>
                      <a:srgbClr val="F2F2F2"/>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 vandaag kun je</a:t>
            </a:r>
          </a:p>
        </p:txBody>
      </p:sp>
      <p:sp>
        <p:nvSpPr>
          <p:cNvPr id="3" name="Leerdoel 1"/>
          <p:cNvSpPr/>
          <p:nvPr/>
        </p:nvSpPr>
        <p:spPr>
          <a:xfrm>
            <a:off x="548640" y="1965960"/>
            <a:ext cx="5422392" cy="178308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Oval 3"/>
          <p:cNvSpPr/>
          <p:nvPr/>
        </p:nvSpPr>
        <p:spPr>
          <a:xfrm>
            <a:off x="822959" y="2286000"/>
            <a:ext cx="502920" cy="50292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1</a:t>
            </a:r>
          </a:p>
        </p:txBody>
      </p:sp>
      <p:sp>
        <p:nvSpPr>
          <p:cNvPr id="5" name="TextBox 4"/>
          <p:cNvSpPr txBox="1"/>
          <p:nvPr/>
        </p:nvSpPr>
        <p:spPr>
          <a:xfrm>
            <a:off x="1554480" y="2240279"/>
            <a:ext cx="4206240" cy="1371600"/>
          </a:xfrm>
          <a:prstGeom prst="rect">
            <a:avLst/>
          </a:prstGeom>
          <a:noFill/>
        </p:spPr>
        <p:txBody>
          <a:bodyPr wrap="square" anchor="t" lIns="0" rIns="0">
            <a:spAutoFit/>
          </a:bodyPr>
          <a:lstStyle/>
          <a:p>
            <a:pPr algn="l">
              <a:spcAft>
                <a:spcPts val="600"/>
              </a:spcAft>
            </a:pPr>
            <a:r>
              <a:rPr b="1" i="0" sz="2000">
                <a:solidFill>
                  <a:srgbClr val="1E1E1E"/>
                </a:solidFill>
                <a:latin typeface="Arial"/>
              </a:rPr>
              <a:t>Uitleggen wat Jev is</a:t>
            </a:r>
          </a:p>
          <a:p>
            <a:pPr algn="l">
              <a:spcAft>
                <a:spcPts val="600"/>
              </a:spcAft>
            </a:pPr>
            <a:r>
              <a:rPr b="0" i="0" sz="1500">
                <a:solidFill>
                  <a:srgbClr val="6B6B6B"/>
                </a:solidFill>
                <a:latin typeface="Arial"/>
              </a:rPr>
              <a:t>Een System One-model dat kiest uit jouw opties en zegt hoe zeker het is</a:t>
            </a:r>
          </a:p>
        </p:txBody>
      </p:sp>
      <p:sp>
        <p:nvSpPr>
          <p:cNvPr id="6" name="Leerdoel 2"/>
          <p:cNvSpPr/>
          <p:nvPr/>
        </p:nvSpPr>
        <p:spPr>
          <a:xfrm>
            <a:off x="6217920" y="1965960"/>
            <a:ext cx="5422392" cy="178308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7" name="Oval 6"/>
          <p:cNvSpPr/>
          <p:nvPr/>
        </p:nvSpPr>
        <p:spPr>
          <a:xfrm>
            <a:off x="6492240" y="2286000"/>
            <a:ext cx="502920" cy="50292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2</a:t>
            </a:r>
          </a:p>
        </p:txBody>
      </p:sp>
      <p:sp>
        <p:nvSpPr>
          <p:cNvPr id="8" name="TextBox 7"/>
          <p:cNvSpPr txBox="1"/>
          <p:nvPr/>
        </p:nvSpPr>
        <p:spPr>
          <a:xfrm>
            <a:off x="7223760" y="2240279"/>
            <a:ext cx="4206240" cy="1371600"/>
          </a:xfrm>
          <a:prstGeom prst="rect">
            <a:avLst/>
          </a:prstGeom>
          <a:noFill/>
        </p:spPr>
        <p:txBody>
          <a:bodyPr wrap="square" anchor="t" lIns="0" rIns="0">
            <a:spAutoFit/>
          </a:bodyPr>
          <a:lstStyle/>
          <a:p>
            <a:pPr algn="l">
              <a:spcAft>
                <a:spcPts val="600"/>
              </a:spcAft>
            </a:pPr>
            <a:r>
              <a:rPr b="1" i="0" sz="2000">
                <a:solidFill>
                  <a:srgbClr val="1E1E1E"/>
                </a:solidFill>
                <a:latin typeface="Arial"/>
              </a:rPr>
              <a:t>Jev programmeren</a:t>
            </a:r>
          </a:p>
          <a:p>
            <a:pPr algn="l">
              <a:spcAft>
                <a:spcPts val="600"/>
              </a:spcAft>
            </a:pPr>
            <a:r>
              <a:rPr b="0" i="0" sz="1500">
                <a:solidFill>
                  <a:srgbClr val="6B6B6B"/>
                </a:solidFill>
                <a:latin typeface="Arial"/>
              </a:rPr>
              <a:t>Met de drie vraagtypes noul, choice en score, vanuit Python</a:t>
            </a:r>
          </a:p>
        </p:txBody>
      </p:sp>
      <p:sp>
        <p:nvSpPr>
          <p:cNvPr id="9" name="Leerdoel 3"/>
          <p:cNvSpPr/>
          <p:nvPr/>
        </p:nvSpPr>
        <p:spPr>
          <a:xfrm>
            <a:off x="548640" y="4023360"/>
            <a:ext cx="5422392" cy="178308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0" name="Oval 9"/>
          <p:cNvSpPr/>
          <p:nvPr/>
        </p:nvSpPr>
        <p:spPr>
          <a:xfrm>
            <a:off x="822959" y="4343400"/>
            <a:ext cx="502920" cy="50292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3</a:t>
            </a:r>
          </a:p>
        </p:txBody>
      </p:sp>
      <p:sp>
        <p:nvSpPr>
          <p:cNvPr id="11" name="TextBox 10"/>
          <p:cNvSpPr txBox="1"/>
          <p:nvPr/>
        </p:nvSpPr>
        <p:spPr>
          <a:xfrm>
            <a:off x="1554480" y="4297680"/>
            <a:ext cx="4206240" cy="1371600"/>
          </a:xfrm>
          <a:prstGeom prst="rect">
            <a:avLst/>
          </a:prstGeom>
          <a:noFill/>
        </p:spPr>
        <p:txBody>
          <a:bodyPr wrap="square" anchor="t" lIns="0" rIns="0">
            <a:spAutoFit/>
          </a:bodyPr>
          <a:lstStyle/>
          <a:p>
            <a:pPr algn="l">
              <a:spcAft>
                <a:spcPts val="600"/>
              </a:spcAft>
            </a:pPr>
            <a:r>
              <a:rPr b="1" i="0" sz="2000">
                <a:solidFill>
                  <a:srgbClr val="1E1E1E"/>
                </a:solidFill>
                <a:latin typeface="Arial"/>
              </a:rPr>
              <a:t>Een codeboek ontwerpen</a:t>
            </a:r>
          </a:p>
          <a:p>
            <a:pPr algn="l">
              <a:spcAft>
                <a:spcPts val="600"/>
              </a:spcAft>
            </a:pPr>
            <a:r>
              <a:rPr b="0" i="0" sz="1500">
                <a:solidFill>
                  <a:srgbClr val="6B6B6B"/>
                </a:solidFill>
                <a:latin typeface="Arial"/>
              </a:rPr>
              <a:t>Jouw vragen en opties zijn het meetinstrument: jij bepaalt de data</a:t>
            </a:r>
          </a:p>
        </p:txBody>
      </p:sp>
      <p:sp>
        <p:nvSpPr>
          <p:cNvPr id="12" name="Leerdoel 4"/>
          <p:cNvSpPr/>
          <p:nvPr/>
        </p:nvSpPr>
        <p:spPr>
          <a:xfrm>
            <a:off x="6217920" y="4023360"/>
            <a:ext cx="5422392" cy="178308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3" name="Oval 12"/>
          <p:cNvSpPr/>
          <p:nvPr/>
        </p:nvSpPr>
        <p:spPr>
          <a:xfrm>
            <a:off x="6492240" y="4343400"/>
            <a:ext cx="502920" cy="50292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4</a:t>
            </a:r>
          </a:p>
        </p:txBody>
      </p:sp>
      <p:sp>
        <p:nvSpPr>
          <p:cNvPr id="14" name="TextBox 13"/>
          <p:cNvSpPr txBox="1"/>
          <p:nvPr/>
        </p:nvSpPr>
        <p:spPr>
          <a:xfrm>
            <a:off x="7223760" y="4297680"/>
            <a:ext cx="4206240" cy="1371600"/>
          </a:xfrm>
          <a:prstGeom prst="rect">
            <a:avLst/>
          </a:prstGeom>
          <a:noFill/>
        </p:spPr>
        <p:txBody>
          <a:bodyPr wrap="square" anchor="t" lIns="0" rIns="0">
            <a:spAutoFit/>
          </a:bodyPr>
          <a:lstStyle/>
          <a:p>
            <a:pPr algn="l">
              <a:spcAft>
                <a:spcPts val="600"/>
              </a:spcAft>
            </a:pPr>
            <a:r>
              <a:rPr b="1" i="0" sz="2000">
                <a:solidFill>
                  <a:srgbClr val="1E1E1E"/>
                </a:solidFill>
                <a:latin typeface="Arial"/>
              </a:rPr>
              <a:t>Van tabel naar inzicht</a:t>
            </a:r>
          </a:p>
          <a:p>
            <a:pPr algn="l">
              <a:spcAft>
                <a:spcPts val="600"/>
              </a:spcAft>
            </a:pPr>
            <a:r>
              <a:rPr b="0" i="0" sz="1500">
                <a:solidFill>
                  <a:srgbClr val="6B6B6B"/>
                </a:solidFill>
                <a:latin typeface="Arial"/>
              </a:rPr>
              <a:t>Een grafiek en een eenvoudige toets op Jev-data, met een kritische blik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is Jev?</a:t>
            </a:r>
          </a:p>
        </p:txBody>
      </p:sp>
      <p:sp>
        <p:nvSpPr>
          <p:cNvPr id="3" name="Text Placeholder 2"/>
          <p:cNvSpPr>
            <a:spLocks noGrp="1"/>
          </p:cNvSpPr>
          <p:nvPr>
            <p:ph type="body" idx="10" sz="quarter"/>
          </p:nvPr>
        </p:nvSpPr>
        <p:spPr/>
        <p:txBody>
          <a:bodyPr/>
          <a:lstStyle/>
          <a:p>
            <a:r>
              <a: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Een model dat beslist in plaats van schrijft</a:t>
            </a:r>
          </a:p>
        </p:txBody>
      </p:sp>
      <p:sp>
        <p:nvSpPr>
          <p:cNvPr id="3" name="Taalmodel (LLM)"/>
          <p:cNvSpPr/>
          <p:nvPr/>
        </p:nvSpPr>
        <p:spPr>
          <a:xfrm>
            <a:off x="548640" y="1920240"/>
            <a:ext cx="5422392" cy="3246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TextBox 3"/>
          <p:cNvSpPr txBox="1"/>
          <p:nvPr/>
        </p:nvSpPr>
        <p:spPr>
          <a:xfrm>
            <a:off x="868680" y="2103120"/>
            <a:ext cx="4846320" cy="822960"/>
          </a:xfrm>
          <a:prstGeom prst="rect">
            <a:avLst/>
          </a:prstGeom>
          <a:noFill/>
        </p:spPr>
        <p:txBody>
          <a:bodyPr wrap="square" anchor="t" lIns="0" rIns="0">
            <a:spAutoFit/>
          </a:bodyPr>
          <a:lstStyle/>
          <a:p>
            <a:pPr algn="l">
              <a:spcAft>
                <a:spcPts val="600"/>
              </a:spcAft>
            </a:pPr>
            <a:r>
              <a:rPr b="1" i="0" sz="2400">
                <a:solidFill>
                  <a:srgbClr val="1E1E1E"/>
                </a:solidFill>
                <a:latin typeface="Arial"/>
              </a:rPr>
              <a:t>Taalmodel (LLM)</a:t>
            </a:r>
          </a:p>
          <a:p>
            <a:pPr algn="l">
              <a:spcAft>
                <a:spcPts val="600"/>
              </a:spcAft>
            </a:pPr>
            <a:r>
              <a:rPr b="0" i="1" sz="1500">
                <a:solidFill>
                  <a:srgbClr val="6B6B6B"/>
                </a:solidFill>
                <a:latin typeface="Arial"/>
              </a:rPr>
              <a:t>System Two: schrijft</a:t>
            </a:r>
          </a:p>
        </p:txBody>
      </p:sp>
      <p:sp>
        <p:nvSpPr>
          <p:cNvPr id="5" name="TextBox 4"/>
          <p:cNvSpPr txBox="1"/>
          <p:nvPr/>
        </p:nvSpPr>
        <p:spPr>
          <a:xfrm>
            <a:off x="868680" y="3063240"/>
            <a:ext cx="4846320" cy="2011680"/>
          </a:xfrm>
          <a:prstGeom prst="rect">
            <a:avLst/>
          </a:prstGeom>
          <a:noFill/>
        </p:spPr>
        <p:txBody>
          <a:bodyPr wrap="square" anchor="t" lIns="0" rIns="0">
            <a:spAutoFit/>
          </a:bodyPr>
          <a:lstStyle/>
          <a:p>
            <a:pPr algn="l">
              <a:spcAft>
                <a:spcPts val="800"/>
              </a:spcAft>
            </a:pPr>
            <a:r>
              <a:rPr b="1" i="0" sz="1600">
                <a:solidFill>
                  <a:srgbClr val="6B6B6B"/>
                </a:solidFill>
                <a:latin typeface="Arial"/>
              </a:rPr>
              <a:t>–  </a:t>
            </a:r>
            <a:r>
              <a:rPr b="0" i="0" sz="1600">
                <a:solidFill>
                  <a:srgbClr val="1E1E1E"/>
                </a:solidFill>
                <a:latin typeface="Arial"/>
              </a:rPr>
              <a:t>Schrijft tekst, woord voor woord</a:t>
            </a:r>
          </a:p>
          <a:p>
            <a:pPr algn="l">
              <a:spcAft>
                <a:spcPts val="800"/>
              </a:spcAft>
            </a:pPr>
            <a:r>
              <a:rPr b="1" i="0" sz="1600">
                <a:solidFill>
                  <a:srgbClr val="6B6B6B"/>
                </a:solidFill>
                <a:latin typeface="Arial"/>
              </a:rPr>
              <a:t>–  </a:t>
            </a:r>
            <a:r>
              <a:rPr b="0" i="0" sz="1600">
                <a:solidFill>
                  <a:srgbClr val="1E1E1E"/>
                </a:solidFill>
                <a:latin typeface="Arial"/>
              </a:rPr>
              <a:t>Kan alles genereren, ook wat je niet vroeg</a:t>
            </a:r>
          </a:p>
          <a:p>
            <a:pPr algn="l">
              <a:spcAft>
                <a:spcPts val="800"/>
              </a:spcAft>
            </a:pPr>
            <a:r>
              <a:rPr b="1" i="0" sz="1600">
                <a:solidFill>
                  <a:srgbClr val="6B6B6B"/>
                </a:solidFill>
                <a:latin typeface="Arial"/>
              </a:rPr>
              <a:t>–  </a:t>
            </a:r>
            <a:r>
              <a:rPr b="0" i="0" sz="1600">
                <a:solidFill>
                  <a:srgbClr val="1E1E1E"/>
                </a:solidFill>
                <a:latin typeface="Arial"/>
              </a:rPr>
              <a:t>Antwoord moet je achteraf parsen</a:t>
            </a:r>
          </a:p>
          <a:p>
            <a:pPr algn="l">
              <a:spcAft>
                <a:spcPts val="800"/>
              </a:spcAft>
            </a:pPr>
            <a:r>
              <a:rPr b="1" i="0" sz="1600">
                <a:solidFill>
                  <a:srgbClr val="6B6B6B"/>
                </a:solidFill>
                <a:latin typeface="Arial"/>
              </a:rPr>
              <a:t>–  </a:t>
            </a:r>
            <a:r>
              <a:rPr b="0" i="0" sz="1600">
                <a:solidFill>
                  <a:srgbClr val="1E1E1E"/>
                </a:solidFill>
                <a:latin typeface="Arial"/>
              </a:rPr>
              <a:t>Zekerheid is niet betrouwbaar af te lezen</a:t>
            </a:r>
          </a:p>
        </p:txBody>
      </p:sp>
      <p:sp>
        <p:nvSpPr>
          <p:cNvPr id="6" name="Jev"/>
          <p:cNvSpPr/>
          <p:nvPr/>
        </p:nvSpPr>
        <p:spPr>
          <a:xfrm>
            <a:off x="6217920" y="1920240"/>
            <a:ext cx="5422392" cy="324612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7" name="TextBox 6"/>
          <p:cNvSpPr txBox="1"/>
          <p:nvPr/>
        </p:nvSpPr>
        <p:spPr>
          <a:xfrm>
            <a:off x="6537959" y="2103120"/>
            <a:ext cx="4846320" cy="822960"/>
          </a:xfrm>
          <a:prstGeom prst="rect">
            <a:avLst/>
          </a:prstGeom>
          <a:noFill/>
        </p:spPr>
        <p:txBody>
          <a:bodyPr wrap="square" anchor="t" lIns="0" rIns="0">
            <a:spAutoFit/>
          </a:bodyPr>
          <a:lstStyle/>
          <a:p>
            <a:pPr algn="l">
              <a:spcAft>
                <a:spcPts val="600"/>
              </a:spcAft>
            </a:pPr>
            <a:r>
              <a:rPr b="1" i="0" sz="2400">
                <a:solidFill>
                  <a:srgbClr val="00A0D2"/>
                </a:solidFill>
                <a:latin typeface="Arial"/>
              </a:rPr>
              <a:t>Jev</a:t>
            </a:r>
          </a:p>
          <a:p>
            <a:pPr algn="l">
              <a:spcAft>
                <a:spcPts val="600"/>
              </a:spcAft>
            </a:pPr>
            <a:r>
              <a:rPr b="0" i="1" sz="1500">
                <a:solidFill>
                  <a:srgbClr val="6B6B6B"/>
                </a:solidFill>
                <a:latin typeface="Arial"/>
              </a:rPr>
              <a:t>System One: beslist</a:t>
            </a:r>
          </a:p>
        </p:txBody>
      </p:sp>
      <p:sp>
        <p:nvSpPr>
          <p:cNvPr id="8" name="TextBox 7"/>
          <p:cNvSpPr txBox="1"/>
          <p:nvPr/>
        </p:nvSpPr>
        <p:spPr>
          <a:xfrm>
            <a:off x="6537959" y="3063240"/>
            <a:ext cx="4846320" cy="2011680"/>
          </a:xfrm>
          <a:prstGeom prst="rect">
            <a:avLst/>
          </a:prstGeom>
          <a:noFill/>
        </p:spPr>
        <p:txBody>
          <a:bodyPr wrap="square" anchor="t" lIns="0" rIns="0">
            <a:spAutoFit/>
          </a:bodyPr>
          <a:lstStyle/>
          <a:p>
            <a:pPr algn="l">
              <a:spcAft>
                <a:spcPts val="800"/>
              </a:spcAft>
            </a:pPr>
            <a:r>
              <a:rPr b="1" i="0" sz="1600">
                <a:solidFill>
                  <a:srgbClr val="00A0D2"/>
                </a:solidFill>
                <a:latin typeface="Arial"/>
              </a:rPr>
              <a:t>✓  </a:t>
            </a:r>
            <a:r>
              <a:rPr b="0" i="0" sz="1600">
                <a:solidFill>
                  <a:srgbClr val="1E1E1E"/>
                </a:solidFill>
                <a:latin typeface="Arial"/>
              </a:rPr>
              <a:t>Kiest uit opties die jij aanbiedt</a:t>
            </a:r>
          </a:p>
          <a:p>
            <a:pPr algn="l">
              <a:spcAft>
                <a:spcPts val="800"/>
              </a:spcAft>
            </a:pPr>
            <a:r>
              <a:rPr b="1" i="0" sz="1600">
                <a:solidFill>
                  <a:srgbClr val="00A0D2"/>
                </a:solidFill>
                <a:latin typeface="Arial"/>
              </a:rPr>
              <a:t>✓  </a:t>
            </a:r>
            <a:r>
              <a:rPr b="0" i="0" sz="1600">
                <a:solidFill>
                  <a:srgbClr val="1E1E1E"/>
                </a:solidFill>
                <a:latin typeface="Arial"/>
              </a:rPr>
              <a:t>Geeft kansen en een confidence terug</a:t>
            </a:r>
          </a:p>
          <a:p>
            <a:pPr algn="l">
              <a:spcAft>
                <a:spcPts val="800"/>
              </a:spcAft>
            </a:pPr>
            <a:r>
              <a:rPr b="1" i="0" sz="1600">
                <a:solidFill>
                  <a:srgbClr val="00A0D2"/>
                </a:solidFill>
                <a:latin typeface="Arial"/>
              </a:rPr>
              <a:t>✓  </a:t>
            </a:r>
            <a:r>
              <a:rPr b="0" i="0" sz="1600">
                <a:solidFill>
                  <a:srgbClr val="1E1E1E"/>
                </a:solidFill>
                <a:latin typeface="Arial"/>
              </a:rPr>
              <a:t>Antwoord is direct bruikbaar in code</a:t>
            </a:r>
          </a:p>
          <a:p>
            <a:pPr algn="l">
              <a:spcAft>
                <a:spcPts val="800"/>
              </a:spcAft>
            </a:pPr>
            <a:r>
              <a:rPr b="1" i="0" sz="1600">
                <a:solidFill>
                  <a:srgbClr val="00A0D2"/>
                </a:solidFill>
                <a:latin typeface="Arial"/>
              </a:rPr>
              <a:t>✓  </a:t>
            </a:r>
            <a:r>
              <a:rPr b="0" i="0" sz="1600">
                <a:solidFill>
                  <a:srgbClr val="1E1E1E"/>
                </a:solidFill>
                <a:latin typeface="Arial"/>
              </a:rPr>
              <a:t>Veel vragen tegelijk, in één verzoek</a:t>
            </a:r>
          </a:p>
        </p:txBody>
      </p:sp>
      <p:sp>
        <p:nvSpPr>
          <p:cNvPr id="9" name="TextBox 8"/>
          <p:cNvSpPr txBox="1"/>
          <p:nvPr/>
        </p:nvSpPr>
        <p:spPr>
          <a:xfrm>
            <a:off x="548640" y="5440680"/>
            <a:ext cx="11091672" cy="640080"/>
          </a:xfrm>
          <a:prstGeom prst="rect">
            <a:avLst/>
          </a:prstGeom>
          <a:noFill/>
        </p:spPr>
        <p:txBody>
          <a:bodyPr wrap="square" anchor="t" lIns="0" rIns="0">
            <a:spAutoFit/>
          </a:bodyPr>
          <a:lstStyle/>
          <a:p>
            <a:pPr algn="l">
              <a:spcAft>
                <a:spcPts val="600"/>
              </a:spcAft>
            </a:pPr>
            <a:r>
              <a:rPr b="0" i="0" sz="1400">
                <a:solidFill>
                  <a:srgbClr val="6B6B6B"/>
                </a:solidFill>
                <a:latin typeface="Arial"/>
              </a:rPr>
              <a:t>Jev is van TypeSafe AI, uitgebracht op 15 september 2026. Versie jev-1.13.0 · $0,042 per miljoen input-tokens · output gratis.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de naam en de versies</a:t>
            </a:r>
          </a:p>
        </p:txBody>
      </p:sp>
      <p:sp>
        <p:nvSpPr>
          <p:cNvPr id="3" name="TextBox 2"/>
          <p:cNvSpPr txBox="1"/>
          <p:nvPr/>
        </p:nvSpPr>
        <p:spPr>
          <a:xfrm>
            <a:off x="54864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Waar de naam vandaan komt</a:t>
            </a:r>
          </a:p>
        </p:txBody>
      </p:sp>
      <p:sp>
        <p:nvSpPr>
          <p:cNvPr id="4" name="Systeem 1"/>
          <p:cNvSpPr/>
          <p:nvPr/>
        </p:nvSpPr>
        <p:spPr>
          <a:xfrm>
            <a:off x="548640" y="2377440"/>
            <a:ext cx="5422392" cy="141732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400"/>
              </a:spcAft>
            </a:pPr>
            <a:r>
              <a:rPr b="1" i="0" sz="1800">
                <a:solidFill>
                  <a:srgbClr val="00A0D2"/>
                </a:solidFill>
                <a:latin typeface="Arial"/>
              </a:rPr>
              <a:t>Systeem 1</a:t>
            </a:r>
          </a:p>
          <a:p>
            <a:pPr algn="l">
              <a:spcAft>
                <a:spcPts val="400"/>
              </a:spcAft>
            </a:pPr>
            <a:r>
              <a:rPr b="0" i="0" sz="1500">
                <a:solidFill>
                  <a:srgbClr val="1E1E1E"/>
                </a:solidFill>
                <a:latin typeface="Arial"/>
              </a:rPr>
              <a:t>Snel en intuïtief oordelen, in een fractie van een seconde. Dit is Jev: kiezen, scoren, ja of nee.</a:t>
            </a:r>
          </a:p>
        </p:txBody>
      </p:sp>
      <p:sp>
        <p:nvSpPr>
          <p:cNvPr id="5" name="Systeem 2"/>
          <p:cNvSpPr/>
          <p:nvPr/>
        </p:nvSpPr>
        <p:spPr>
          <a:xfrm>
            <a:off x="548640" y="3977639"/>
            <a:ext cx="5422392" cy="1417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400"/>
              </a:spcAft>
            </a:pPr>
            <a:r>
              <a:rPr b="1" i="0" sz="1800">
                <a:solidFill>
                  <a:srgbClr val="6B6B6B"/>
                </a:solidFill>
                <a:latin typeface="Arial"/>
              </a:rPr>
              <a:t>Systeem 2</a:t>
            </a:r>
          </a:p>
          <a:p>
            <a:pPr algn="l">
              <a:spcAft>
                <a:spcPts val="400"/>
              </a:spcAft>
            </a:pPr>
            <a:r>
              <a:rPr b="0" i="0" sz="1500">
                <a:solidFill>
                  <a:srgbClr val="1E1E1E"/>
                </a:solidFill>
                <a:latin typeface="Arial"/>
              </a:rPr>
              <a:t>Langzaam en beredeneerd, stap voor stap. Dit lijkt op een taalmodel dat tekst opbouwt.</a:t>
            </a:r>
          </a:p>
        </p:txBody>
      </p:sp>
      <p:sp>
        <p:nvSpPr>
          <p:cNvPr id="6" name="TextBox 5"/>
          <p:cNvSpPr txBox="1"/>
          <p:nvPr/>
        </p:nvSpPr>
        <p:spPr>
          <a:xfrm>
            <a:off x="548640" y="5486400"/>
            <a:ext cx="5422392" cy="548640"/>
          </a:xfrm>
          <a:prstGeom prst="rect">
            <a:avLst/>
          </a:prstGeom>
          <a:noFill/>
        </p:spPr>
        <p:txBody>
          <a:bodyPr wrap="square" anchor="t" lIns="0" rIns="0">
            <a:spAutoFit/>
          </a:bodyPr>
          <a:lstStyle/>
          <a:p>
            <a:pPr algn="l">
              <a:spcAft>
                <a:spcPts val="600"/>
              </a:spcAft>
            </a:pPr>
            <a:r>
              <a:rPr b="0" i="0" sz="1300">
                <a:solidFill>
                  <a:srgbClr val="6B6B6B"/>
                </a:solidFill>
                <a:latin typeface="Arial"/>
              </a:rPr>
              <a:t>Naar Daniel Kahneman, Thinking, Fast and Slow. TypeSafe noemt Jev het eerste System One-model.</a:t>
            </a:r>
          </a:p>
        </p:txBody>
      </p:sp>
      <p:sp>
        <p:nvSpPr>
          <p:cNvPr id="7" name="TextBox 6"/>
          <p:cNvSpPr txBox="1"/>
          <p:nvPr/>
        </p:nvSpPr>
        <p:spPr>
          <a:xfrm>
            <a:off x="6583680" y="1828800"/>
            <a:ext cx="5029200"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Eén model, één actuele versie</a:t>
            </a:r>
          </a:p>
        </p:txBody>
      </p:sp>
      <p:sp>
        <p:nvSpPr>
          <p:cNvPr id="8" name="Versie jev-1.12"/>
          <p:cNvSpPr/>
          <p:nvPr/>
        </p:nvSpPr>
        <p:spPr>
          <a:xfrm>
            <a:off x="6583680" y="2377440"/>
            <a:ext cx="5056632" cy="868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200"/>
              </a:spcAft>
            </a:pPr>
            <a:r>
              <a:rPr b="1" i="0" sz="1700">
                <a:solidFill>
                  <a:srgbClr val="6B6B6B"/>
                </a:solidFill>
                <a:latin typeface="Courier New"/>
              </a:rPr>
              <a:t>jev-1.12</a:t>
            </a:r>
          </a:p>
          <a:p>
            <a:pPr algn="l">
              <a:spcAft>
                <a:spcPts val="200"/>
              </a:spcAft>
            </a:pPr>
            <a:r>
              <a:rPr b="0" i="0" sz="1300">
                <a:solidFill>
                  <a:srgbClr val="6B6B6B"/>
                </a:solidFill>
                <a:latin typeface="Arial"/>
              </a:rPr>
              <a:t>eerdere versie, nog gebruikt in voorbeeldscripts</a:t>
            </a:r>
          </a:p>
        </p:txBody>
      </p:sp>
      <p:sp>
        <p:nvSpPr>
          <p:cNvPr id="9" name="Versie jev-1.13.0"/>
          <p:cNvSpPr/>
          <p:nvPr/>
        </p:nvSpPr>
        <p:spPr>
          <a:xfrm>
            <a:off x="6583680" y="3429000"/>
            <a:ext cx="5056632" cy="868680"/>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200"/>
              </a:spcAft>
            </a:pPr>
            <a:r>
              <a:rPr b="1" i="0" sz="1700">
                <a:solidFill>
                  <a:srgbClr val="FFFFFF"/>
                </a:solidFill>
                <a:latin typeface="Courier New"/>
              </a:rPr>
              <a:t>jev-1.13.0</a:t>
            </a:r>
          </a:p>
          <a:p>
            <a:pPr algn="l">
              <a:spcAft>
                <a:spcPts val="200"/>
              </a:spcAft>
            </a:pPr>
            <a:r>
              <a:rPr b="0" i="0" sz="1300">
                <a:solidFill>
                  <a:srgbClr val="FFFFFF"/>
                </a:solidFill>
                <a:latin typeface="Arial"/>
              </a:rPr>
              <a:t>huidige versie · deze pinnen we in de workshop</a:t>
            </a:r>
          </a:p>
        </p:txBody>
      </p:sp>
      <p:cxnSp>
        <p:nvCxnSpPr>
          <p:cNvPr id="10" name="Connector 9"/>
          <p:cNvCxnSpPr/>
          <p:nvPr/>
        </p:nvCxnSpPr>
        <p:spPr>
          <a:xfrm>
            <a:off x="7086600" y="3246120"/>
            <a:ext cx="0" cy="18288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0" y="4572000"/>
            <a:ext cx="5056632" cy="457200"/>
          </a:xfrm>
          <a:prstGeom prst="rect">
            <a:avLst/>
          </a:prstGeom>
          <a:noFill/>
        </p:spPr>
        <p:txBody>
          <a:bodyPr wrap="square" anchor="t" lIns="0" rIns="0">
            <a:spAutoFit/>
          </a:bodyPr>
          <a:lstStyle/>
          <a:p>
            <a:pPr algn="l">
              <a:spcAft>
                <a:spcPts val="600"/>
              </a:spcAft>
            </a:pPr>
            <a:r>
              <a:rPr b="1" i="0" sz="1400">
                <a:solidFill>
                  <a:srgbClr val="1E1E1E"/>
                </a:solidFill>
                <a:latin typeface="Courier New"/>
              </a:rPr>
              <a:t>jev-latest  </a:t>
            </a:r>
            <a:r>
              <a:rPr b="0" i="0" sz="1400">
                <a:solidFill>
                  <a:srgbClr val="6B6B6B"/>
                </a:solidFill>
                <a:latin typeface="Arial"/>
              </a:rPr>
              <a:t>→ jev-1.13.0 · schuift mee</a:t>
            </a:r>
          </a:p>
        </p:txBody>
      </p:sp>
      <p:sp>
        <p:nvSpPr>
          <p:cNvPr id="12" name="TextBox 11"/>
          <p:cNvSpPr txBox="1"/>
          <p:nvPr/>
        </p:nvSpPr>
        <p:spPr>
          <a:xfrm>
            <a:off x="6583680" y="5074920"/>
            <a:ext cx="5056632" cy="457200"/>
          </a:xfrm>
          <a:prstGeom prst="rect">
            <a:avLst/>
          </a:prstGeom>
          <a:noFill/>
        </p:spPr>
        <p:txBody>
          <a:bodyPr wrap="square" anchor="t" lIns="0" rIns="0">
            <a:spAutoFit/>
          </a:bodyPr>
          <a:lstStyle/>
          <a:p>
            <a:pPr algn="l">
              <a:spcAft>
                <a:spcPts val="600"/>
              </a:spcAft>
            </a:pPr>
            <a:r>
              <a:rPr b="1" i="0" sz="1400">
                <a:solidFill>
                  <a:srgbClr val="1E1E1E"/>
                </a:solidFill>
                <a:latin typeface="Courier New"/>
              </a:rPr>
              <a:t>jev-preview  </a:t>
            </a:r>
            <a:r>
              <a:rPr b="0" i="0" sz="1400">
                <a:solidFill>
                  <a:srgbClr val="6B6B6B"/>
                </a:solidFill>
                <a:latin typeface="Arial"/>
              </a:rPr>
              <a:t>→ jev-1.13.0 · nu geen preview-build</a:t>
            </a:r>
          </a:p>
        </p:txBody>
      </p:sp>
      <p:sp>
        <p:nvSpPr>
          <p:cNvPr id="13" name="TextBox 12"/>
          <p:cNvSpPr txBox="1"/>
          <p:nvPr/>
        </p:nvSpPr>
        <p:spPr>
          <a:xfrm>
            <a:off x="6583680" y="5623560"/>
            <a:ext cx="5056632" cy="548640"/>
          </a:xfrm>
          <a:prstGeom prst="rect">
            <a:avLst/>
          </a:prstGeom>
          <a:noFill/>
        </p:spPr>
        <p:txBody>
          <a:bodyPr wrap="square" anchor="t" lIns="0" rIns="0">
            <a:spAutoFit/>
          </a:bodyPr>
          <a:lstStyle/>
          <a:p>
            <a:pPr algn="l">
              <a:spcAft>
                <a:spcPts val="600"/>
              </a:spcAft>
            </a:pPr>
            <a:r>
              <a:rPr b="0" i="0" sz="1300">
                <a:solidFill>
                  <a:srgbClr val="6B6B6B"/>
                </a:solidFill>
                <a:latin typeface="Arial"/>
              </a:rPr>
              <a:t>Iedereen gebruikt dezelfde gewichten: je stuurt Jev met state en vragen, niet met fine-tuning.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Drie vraagtypes</a:t>
            </a:r>
          </a:p>
        </p:txBody>
      </p:sp>
      <p:sp>
        <p:nvSpPr>
          <p:cNvPr id="3" name="Type noul"/>
          <p:cNvSpPr/>
          <p:nvPr/>
        </p:nvSpPr>
        <p:spPr>
          <a:xfrm>
            <a:off x="548640" y="1920240"/>
            <a:ext cx="3538728" cy="40233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TextBox 3"/>
          <p:cNvSpPr txBox="1"/>
          <p:nvPr/>
        </p:nvSpPr>
        <p:spPr>
          <a:xfrm>
            <a:off x="822959" y="2103120"/>
            <a:ext cx="3017520" cy="914400"/>
          </a:xfrm>
          <a:prstGeom prst="rect">
            <a:avLst/>
          </a:prstGeom>
          <a:noFill/>
        </p:spPr>
        <p:txBody>
          <a:bodyPr wrap="square" anchor="t" lIns="0" rIns="0">
            <a:spAutoFit/>
          </a:bodyPr>
          <a:lstStyle/>
          <a:p>
            <a:pPr algn="l">
              <a:spcAft>
                <a:spcPts val="600"/>
              </a:spcAft>
            </a:pPr>
            <a:r>
              <a:rPr b="1" i="0" sz="2600">
                <a:solidFill>
                  <a:srgbClr val="00A0D2"/>
                </a:solidFill>
                <a:latin typeface="Courier New"/>
              </a:rPr>
              <a:t>noul</a:t>
            </a:r>
          </a:p>
          <a:p>
            <a:pPr algn="l">
              <a:spcAft>
                <a:spcPts val="600"/>
              </a:spcAft>
            </a:pPr>
            <a:r>
              <a:rPr b="1" i="0" sz="1700">
                <a:solidFill>
                  <a:srgbClr val="1E1E1E"/>
                </a:solidFill>
                <a:latin typeface="Arial"/>
              </a:rPr>
              <a:t>Is dit waar?</a:t>
            </a:r>
          </a:p>
        </p:txBody>
      </p:sp>
      <p:sp>
        <p:nvSpPr>
          <p:cNvPr id="5" name="TextBox 4"/>
          <p:cNvSpPr txBox="1"/>
          <p:nvPr/>
        </p:nvSpPr>
        <p:spPr>
          <a:xfrm>
            <a:off x="822959" y="3154680"/>
            <a:ext cx="3017520" cy="1280160"/>
          </a:xfrm>
          <a:prstGeom prst="rect">
            <a:avLst/>
          </a:prstGeom>
          <a:noFill/>
        </p:spPr>
        <p:txBody>
          <a:bodyPr wrap="square" anchor="t" lIns="0" rIns="0">
            <a:spAutoFit/>
          </a:bodyPr>
          <a:lstStyle/>
          <a:p>
            <a:pPr algn="l">
              <a:spcAft>
                <a:spcPts val="600"/>
              </a:spcAft>
            </a:pPr>
            <a:r>
              <a:rPr b="0" i="1" sz="1400">
                <a:solidFill>
                  <a:srgbClr val="6B6B6B"/>
                </a:solidFill>
                <a:latin typeface="Arial"/>
              </a:rPr>
              <a:t>“Does this sentence contain a judgement, reason or decision?”</a:t>
            </a:r>
          </a:p>
        </p:txBody>
      </p:sp>
      <p:sp>
        <p:nvSpPr>
          <p:cNvPr id="6" name="Antwoord noul"/>
          <p:cNvSpPr/>
          <p:nvPr/>
        </p:nvSpPr>
        <p:spPr>
          <a:xfrm>
            <a:off x="822959" y="4526280"/>
            <a:ext cx="2990088"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200"/>
              </a:spcAft>
            </a:pPr>
            <a:r>
              <a:rPr b="1" i="0" sz="2400">
                <a:solidFill>
                  <a:srgbClr val="EC0010"/>
                </a:solidFill>
                <a:latin typeface="Arial"/>
              </a:rPr>
              <a:t>0,93</a:t>
            </a:r>
          </a:p>
          <a:p>
            <a:pPr algn="ctr">
              <a:spcAft>
                <a:spcPts val="200"/>
              </a:spcAft>
            </a:pPr>
            <a:r>
              <a:rPr b="0" i="0" sz="1300">
                <a:solidFill>
                  <a:srgbClr val="6B6B6B"/>
                </a:solidFill>
                <a:latin typeface="Arial"/>
              </a:rPr>
              <a:t>kans dat het waar is</a:t>
            </a:r>
          </a:p>
        </p:txBody>
      </p:sp>
      <p:sp>
        <p:nvSpPr>
          <p:cNvPr id="7" name="Type choice"/>
          <p:cNvSpPr/>
          <p:nvPr/>
        </p:nvSpPr>
        <p:spPr>
          <a:xfrm>
            <a:off x="4325112" y="1920240"/>
            <a:ext cx="3538728" cy="40233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8" name="TextBox 7"/>
          <p:cNvSpPr txBox="1"/>
          <p:nvPr/>
        </p:nvSpPr>
        <p:spPr>
          <a:xfrm>
            <a:off x="4599431" y="2103120"/>
            <a:ext cx="3017520" cy="914400"/>
          </a:xfrm>
          <a:prstGeom prst="rect">
            <a:avLst/>
          </a:prstGeom>
          <a:noFill/>
        </p:spPr>
        <p:txBody>
          <a:bodyPr wrap="square" anchor="t" lIns="0" rIns="0">
            <a:spAutoFit/>
          </a:bodyPr>
          <a:lstStyle/>
          <a:p>
            <a:pPr algn="l">
              <a:spcAft>
                <a:spcPts val="600"/>
              </a:spcAft>
            </a:pPr>
            <a:r>
              <a:rPr b="1" i="0" sz="2600">
                <a:solidFill>
                  <a:srgbClr val="00A0D2"/>
                </a:solidFill>
                <a:latin typeface="Courier New"/>
              </a:rPr>
              <a:t>choice</a:t>
            </a:r>
          </a:p>
          <a:p>
            <a:pPr algn="l">
              <a:spcAft>
                <a:spcPts val="600"/>
              </a:spcAft>
            </a:pPr>
            <a:r>
              <a:rPr b="1" i="0" sz="1700">
                <a:solidFill>
                  <a:srgbClr val="1E1E1E"/>
                </a:solidFill>
                <a:latin typeface="Arial"/>
              </a:rPr>
              <a:t>Welke optie?</a:t>
            </a:r>
          </a:p>
        </p:txBody>
      </p:sp>
      <p:sp>
        <p:nvSpPr>
          <p:cNvPr id="9" name="TextBox 8"/>
          <p:cNvSpPr txBox="1"/>
          <p:nvPr/>
        </p:nvSpPr>
        <p:spPr>
          <a:xfrm>
            <a:off x="4599431" y="3154680"/>
            <a:ext cx="3017520" cy="1280160"/>
          </a:xfrm>
          <a:prstGeom prst="rect">
            <a:avLst/>
          </a:prstGeom>
          <a:noFill/>
        </p:spPr>
        <p:txBody>
          <a:bodyPr wrap="square" anchor="t" lIns="0" rIns="0">
            <a:spAutoFit/>
          </a:bodyPr>
          <a:lstStyle/>
          <a:p>
            <a:pPr algn="l">
              <a:spcAft>
                <a:spcPts val="600"/>
              </a:spcAft>
            </a:pPr>
            <a:r>
              <a:rPr b="0" i="1" sz="1400">
                <a:solidFill>
                  <a:srgbClr val="6B6B6B"/>
                </a:solidFill>
                <a:latin typeface="Arial"/>
              </a:rPr>
              <a:t>“What verdict does this sentence express?”  positive · negative · neutral</a:t>
            </a:r>
          </a:p>
        </p:txBody>
      </p:sp>
      <p:sp>
        <p:nvSpPr>
          <p:cNvPr id="10" name="Antwoord choice"/>
          <p:cNvSpPr/>
          <p:nvPr/>
        </p:nvSpPr>
        <p:spPr>
          <a:xfrm>
            <a:off x="4599431" y="4526280"/>
            <a:ext cx="2990088"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200"/>
              </a:spcAft>
            </a:pPr>
            <a:r>
              <a:rPr b="1" i="0" sz="2400">
                <a:solidFill>
                  <a:srgbClr val="EC0010"/>
                </a:solidFill>
                <a:latin typeface="Arial"/>
              </a:rPr>
              <a:t>negative</a:t>
            </a:r>
          </a:p>
          <a:p>
            <a:pPr algn="ctr">
              <a:spcAft>
                <a:spcPts val="200"/>
              </a:spcAft>
            </a:pPr>
            <a:r>
              <a:rPr b="0" i="0" sz="1300">
                <a:solidFill>
                  <a:srgbClr val="6B6B6B"/>
                </a:solidFill>
                <a:latin typeface="Arial"/>
              </a:rPr>
              <a:t>plus kans per optie en confidence</a:t>
            </a:r>
          </a:p>
        </p:txBody>
      </p:sp>
      <p:sp>
        <p:nvSpPr>
          <p:cNvPr id="11" name="Type score"/>
          <p:cNvSpPr/>
          <p:nvPr/>
        </p:nvSpPr>
        <p:spPr>
          <a:xfrm>
            <a:off x="8101583" y="1920240"/>
            <a:ext cx="3538728" cy="40233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2" name="TextBox 11"/>
          <p:cNvSpPr txBox="1"/>
          <p:nvPr/>
        </p:nvSpPr>
        <p:spPr>
          <a:xfrm>
            <a:off x="8375904" y="2103120"/>
            <a:ext cx="3017520" cy="914400"/>
          </a:xfrm>
          <a:prstGeom prst="rect">
            <a:avLst/>
          </a:prstGeom>
          <a:noFill/>
        </p:spPr>
        <p:txBody>
          <a:bodyPr wrap="square" anchor="t" lIns="0" rIns="0">
            <a:spAutoFit/>
          </a:bodyPr>
          <a:lstStyle/>
          <a:p>
            <a:pPr algn="l">
              <a:spcAft>
                <a:spcPts val="600"/>
              </a:spcAft>
            </a:pPr>
            <a:r>
              <a:rPr b="1" i="0" sz="2600">
                <a:solidFill>
                  <a:srgbClr val="00A0D2"/>
                </a:solidFill>
                <a:latin typeface="Courier New"/>
              </a:rPr>
              <a:t>score</a:t>
            </a:r>
          </a:p>
          <a:p>
            <a:pPr algn="l">
              <a:spcAft>
                <a:spcPts val="600"/>
              </a:spcAft>
            </a:pPr>
            <a:r>
              <a:rPr b="1" i="0" sz="1700">
                <a:solidFill>
                  <a:srgbClr val="1E1E1E"/>
                </a:solidFill>
                <a:latin typeface="Arial"/>
              </a:rPr>
              <a:t>Waar op de schaal?</a:t>
            </a:r>
          </a:p>
        </p:txBody>
      </p:sp>
      <p:sp>
        <p:nvSpPr>
          <p:cNvPr id="13" name="TextBox 12"/>
          <p:cNvSpPr txBox="1"/>
          <p:nvPr/>
        </p:nvSpPr>
        <p:spPr>
          <a:xfrm>
            <a:off x="8375904" y="3154680"/>
            <a:ext cx="3017520" cy="1280160"/>
          </a:xfrm>
          <a:prstGeom prst="rect">
            <a:avLst/>
          </a:prstGeom>
          <a:noFill/>
        </p:spPr>
        <p:txBody>
          <a:bodyPr wrap="square" anchor="t" lIns="0" rIns="0">
            <a:spAutoFit/>
          </a:bodyPr>
          <a:lstStyle/>
          <a:p>
            <a:pPr algn="l">
              <a:spcAft>
                <a:spcPts val="600"/>
              </a:spcAft>
            </a:pPr>
            <a:r>
              <a:rPr b="0" i="1" sz="1400">
                <a:solidFill>
                  <a:srgbClr val="6B6B6B"/>
                </a:solidFill>
                <a:latin typeface="Arial"/>
              </a:rPr>
              <a:t>“How firmly is this sentence formulated?”  0 = tentative … 2 = firm</a:t>
            </a:r>
          </a:p>
        </p:txBody>
      </p:sp>
      <p:sp>
        <p:nvSpPr>
          <p:cNvPr id="14" name="Antwoord score"/>
          <p:cNvSpPr/>
          <p:nvPr/>
        </p:nvSpPr>
        <p:spPr>
          <a:xfrm>
            <a:off x="8375904" y="4526280"/>
            <a:ext cx="2990088" cy="1188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200"/>
              </a:spcAft>
            </a:pPr>
            <a:r>
              <a:rPr b="1" i="0" sz="2400">
                <a:solidFill>
                  <a:srgbClr val="EC0010"/>
                </a:solidFill>
                <a:latin typeface="Arial"/>
              </a:rPr>
              <a:t>0,96</a:t>
            </a:r>
          </a:p>
          <a:p>
            <a:pPr algn="ctr">
              <a:spcAft>
                <a:spcPts val="200"/>
              </a:spcAft>
            </a:pPr>
            <a:r>
              <a:rPr b="0" i="0" sz="1300">
                <a:solidFill>
                  <a:srgbClr val="6B6B6B"/>
                </a:solidFill>
                <a:latin typeface="Arial"/>
              </a:rPr>
              <a:t>plus kans per niveau en confidence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Eén verzoek, één antwoord: noul</a:t>
            </a:r>
          </a:p>
        </p:txBody>
      </p:sp>
      <p:sp>
        <p:nvSpPr>
          <p:cNvPr id="3" name="TextBox 2"/>
          <p:cNvSpPr txBox="1"/>
          <p:nvPr/>
        </p:nvSpPr>
        <p:spPr>
          <a:xfrm>
            <a:off x="54864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Jij stuurt: state + vraag</a:t>
            </a:r>
          </a:p>
        </p:txBody>
      </p:sp>
      <p:sp>
        <p:nvSpPr>
          <p:cNvPr id="4" name="Jij stuurt: state + vraag"/>
          <p:cNvSpPr/>
          <p:nvPr/>
        </p:nvSpPr>
        <p:spPr>
          <a:xfrm>
            <a:off x="548640" y="2331720"/>
            <a:ext cx="5422392" cy="3337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228600" bIns="91440"/>
          <a:lstStyle/>
          <a:p>
            <a:pPr algn="l">
              <a:spcAft>
                <a:spcPts val="0"/>
              </a:spcAft>
            </a:pPr>
            <a:r>
              <a:rPr b="0" i="0" sz="1300">
                <a:solidFill>
                  <a:srgbClr val="1E1E1E"/>
                </a:solidFill>
                <a:latin typeface="Courier New"/>
              </a:rPr>
              <a:t>client.system_one(</a:t>
            </a:r>
          </a:p>
          <a:p>
            <a:pPr algn="l">
              <a:spcAft>
                <a:spcPts val="0"/>
              </a:spcAft>
            </a:pPr>
            <a:r>
              <a:rPr b="0" i="0" sz="1300">
                <a:solidFill>
                  <a:srgbClr val="1E1E1E"/>
                </a:solidFill>
                <a:latin typeface="Courier New"/>
              </a:rPr>
              <a:t>  state = "Bridging to the literature</a:t>
            </a:r>
          </a:p>
          <a:p>
            <a:pPr algn="l">
              <a:spcAft>
                <a:spcPts val="0"/>
              </a:spcAft>
            </a:pPr>
            <a:r>
              <a:rPr b="0" i="0" sz="1300">
                <a:solidFill>
                  <a:srgbClr val="1E1E1E"/>
                </a:solidFill>
                <a:latin typeface="Courier New"/>
              </a:rPr>
              <a:t>           is not established.",</a:t>
            </a:r>
          </a:p>
          <a:p>
            <a:pPr algn="l">
              <a:spcAft>
                <a:spcPts val="0"/>
              </a:spcAft>
            </a:pPr>
            <a:r>
              <a:rPr b="0" i="0" sz="1300">
                <a:solidFill>
                  <a:srgbClr val="1E1E1E"/>
                </a:solidFill>
                <a:latin typeface="Courier New"/>
              </a:rPr>
              <a:t>  questions = {</a:t>
            </a:r>
          </a:p>
          <a:p>
            <a:pPr algn="l">
              <a:spcAft>
                <a:spcPts val="0"/>
              </a:spcAft>
            </a:pPr>
            <a:r>
              <a:rPr b="0" i="0" sz="1300">
                <a:solidFill>
                  <a:srgbClr val="1E1E1E"/>
                </a:solidFill>
                <a:latin typeface="Courier New"/>
              </a:rPr>
              <a:t>    "is_argument": {"type": "noul",</a:t>
            </a:r>
          </a:p>
          <a:p>
            <a:pPr algn="l">
              <a:spcAft>
                <a:spcPts val="0"/>
              </a:spcAft>
            </a:pPr>
            <a:r>
              <a:rPr b="0" i="0" sz="1300">
                <a:solidFill>
                  <a:srgbClr val="1E1E1E"/>
                </a:solidFill>
                <a:latin typeface="Courier New"/>
              </a:rPr>
              <a:t>      "instructions": "Does this sentence</a:t>
            </a:r>
          </a:p>
          <a:p>
            <a:pPr algn="l">
              <a:spcAft>
                <a:spcPts val="0"/>
              </a:spcAft>
            </a:pPr>
            <a:r>
              <a:rPr b="0" i="0" sz="1300">
                <a:solidFill>
                  <a:srgbClr val="1E1E1E"/>
                </a:solidFill>
                <a:latin typeface="Courier New"/>
              </a:rPr>
              <a:t>          contain a judgement, reason</a:t>
            </a:r>
          </a:p>
          <a:p>
            <a:pPr algn="l">
              <a:spcAft>
                <a:spcPts val="0"/>
              </a:spcAft>
            </a:pPr>
            <a:r>
              <a:rPr b="0" i="0" sz="1300">
                <a:solidFill>
                  <a:srgbClr val="1E1E1E"/>
                </a:solidFill>
                <a:latin typeface="Courier New"/>
              </a:rPr>
              <a:t>          or decision?",</a:t>
            </a:r>
          </a:p>
          <a:p>
            <a:pPr algn="l">
              <a:spcAft>
                <a:spcPts val="0"/>
              </a:spcAft>
            </a:pPr>
            <a:r>
              <a:rPr b="0" i="0" sz="1300">
                <a:solidFill>
                  <a:srgbClr val="1E1E1E"/>
                </a:solidFill>
                <a:latin typeface="Courier New"/>
              </a:rPr>
              <a:t>      "criteria": {"true":  "...",</a:t>
            </a:r>
          </a:p>
          <a:p>
            <a:pPr algn="l">
              <a:spcAft>
                <a:spcPts val="0"/>
              </a:spcAft>
            </a:pPr>
            <a:r>
              <a:rPr b="0" i="0" sz="1300">
                <a:solidFill>
                  <a:srgbClr val="1E1E1E"/>
                </a:solidFill>
                <a:latin typeface="Courier New"/>
              </a:rPr>
              <a:t>                   "false": "..."}}})</a:t>
            </a:r>
          </a:p>
        </p:txBody>
      </p:sp>
      <p:sp>
        <p:nvSpPr>
          <p:cNvPr id="5" name="TextBox 4"/>
          <p:cNvSpPr txBox="1"/>
          <p:nvPr/>
        </p:nvSpPr>
        <p:spPr>
          <a:xfrm>
            <a:off x="621792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Jev geeft: getypeerd antwoord</a:t>
            </a:r>
          </a:p>
        </p:txBody>
      </p:sp>
      <p:sp>
        <p:nvSpPr>
          <p:cNvPr id="6" name="Jev geeft: getypeerd antwoord"/>
          <p:cNvSpPr/>
          <p:nvPr/>
        </p:nvSpPr>
        <p:spPr>
          <a:xfrm>
            <a:off x="6217920" y="2331720"/>
            <a:ext cx="5422392" cy="33375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228600" bIns="91440"/>
          <a:lstStyle/>
          <a:p>
            <a:pPr algn="l">
              <a:spcAft>
                <a:spcPts val="0"/>
              </a:spcAft>
            </a:pPr>
            <a:r>
              <a:rPr b="0" i="0" sz="1300">
                <a:solidFill>
                  <a:srgbClr val="1E1E1E"/>
                </a:solidFill>
                <a:latin typeface="Courier New"/>
              </a:rPr>
              <a:t>answers["is_argument"]</a:t>
            </a:r>
          </a:p>
          <a:p>
            <a:pPr algn="l">
              <a:spcAft>
                <a:spcPts val="0"/>
              </a:spcAft>
            </a:pPr>
            <a:r>
              <a:rPr b="0" i="0" sz="1300">
                <a:solidFill>
                  <a:srgbClr val="1E1E1E"/>
                </a:solidFill>
                <a:latin typeface="Courier New"/>
              </a:rPr>
              <a:t>  .noul          → 0.97</a:t>
            </a:r>
          </a:p>
          <a:p>
            <a:pPr algn="l">
              <a:spcAft>
                <a:spcPts val="0"/>
              </a:spcAft>
            </a:pPr>
            <a:r>
              <a:rPr b="0" i="0" sz="1300">
                <a:solidFill>
                  <a:srgbClr val="1E1E1E"/>
                </a:solidFill>
                <a:latin typeface="Courier New"/>
              </a:rPr>
              <a:t/>
            </a:r>
          </a:p>
          <a:p>
            <a:pPr algn="l">
              <a:spcAft>
                <a:spcPts val="0"/>
              </a:spcAft>
            </a:pPr>
            <a:r>
              <a:rPr b="0" i="0" sz="1300">
                <a:solidFill>
                  <a:srgbClr val="1E1E1E"/>
                </a:solidFill>
                <a:latin typeface="Courier New"/>
              </a:rPr>
              <a:t># één kans: hoe waarschijnlijk is "ja"?</a:t>
            </a:r>
          </a:p>
          <a:p>
            <a:pPr algn="l">
              <a:spcAft>
                <a:spcPts val="0"/>
              </a:spcAft>
            </a:pPr>
            <a:r>
              <a:rPr b="0" i="0" sz="1300">
                <a:solidFill>
                  <a:srgbClr val="1E1E1E"/>
                </a:solidFill>
                <a:latin typeface="Courier New"/>
              </a:rPr>
              <a:t># 1 = vrijwel zeker ja</a:t>
            </a:r>
          </a:p>
          <a:p>
            <a:pPr algn="l">
              <a:spcAft>
                <a:spcPts val="0"/>
              </a:spcAft>
            </a:pPr>
            <a:r>
              <a:rPr b="0" i="0" sz="1300">
                <a:solidFill>
                  <a:srgbClr val="1E1E1E"/>
                </a:solidFill>
                <a:latin typeface="Courier New"/>
              </a:rPr>
              <a:t># 0 = vrijwel zeker nee</a:t>
            </a:r>
          </a:p>
          <a:p>
            <a:pPr algn="l">
              <a:spcAft>
                <a:spcPts val="0"/>
              </a:spcAft>
            </a:pPr>
            <a:r>
              <a:rPr b="0" i="0" sz="1300">
                <a:solidFill>
                  <a:srgbClr val="1E1E1E"/>
                </a:solidFill>
                <a:latin typeface="Courier New"/>
              </a:rPr>
              <a:t># 0,5 = twijfel</a:t>
            </a:r>
          </a:p>
          <a:p>
            <a:pPr algn="l">
              <a:spcAft>
                <a:spcPts val="0"/>
              </a:spcAft>
            </a:pPr>
            <a:r>
              <a:rPr b="0" i="0" sz="1300">
                <a:solidFill>
                  <a:srgbClr val="1E1E1E"/>
                </a:solidFill>
                <a:latin typeface="Courier New"/>
              </a:rPr>
              <a:t/>
            </a:r>
          </a:p>
          <a:p>
            <a:pPr algn="l">
              <a:spcAft>
                <a:spcPts val="0"/>
              </a:spcAft>
            </a:pPr>
            <a:r>
              <a:rPr b="0" i="0" sz="1300">
                <a:solidFill>
                  <a:srgbClr val="1E1E1E"/>
                </a:solidFill>
                <a:latin typeface="Courier New"/>
              </a:rPr>
              <a:t># geen .probabilities, geen .confidence:</a:t>
            </a:r>
          </a:p>
          <a:p>
            <a:pPr algn="l">
              <a:spcAft>
                <a:spcPts val="0"/>
              </a:spcAft>
            </a:pPr>
            <a:r>
              <a:rPr b="0" i="0" sz="1300">
                <a:solidFill>
                  <a:srgbClr val="1E1E1E"/>
                </a:solidFill>
                <a:latin typeface="Courier New"/>
              </a:rPr>
              <a:t># de kans zelf is de onzekerheid</a:t>
            </a:r>
          </a:p>
          <a:p>
            <a:pPr algn="l">
              <a:spcAft>
                <a:spcPts val="0"/>
              </a:spcAft>
            </a:pPr>
            <a:r>
              <a:rPr b="0" i="0" sz="1300">
                <a:solidFill>
                  <a:srgbClr val="1E1E1E"/>
                </a:solidFill>
                <a:latin typeface="Courier New"/>
              </a:rPr>
              <a:t/>
            </a:r>
          </a:p>
          <a:p>
            <a:pPr algn="l">
              <a:spcAft>
                <a:spcPts val="0"/>
              </a:spcAft>
            </a:pPr>
            <a:r>
              <a:rPr b="0" i="0" sz="1300">
                <a:solidFill>
                  <a:srgbClr val="1E1E1E"/>
                </a:solidFill>
                <a:latin typeface="Courier New"/>
              </a:rPr>
              <a:t>usage.input_tokens → 98</a:t>
            </a:r>
          </a:p>
        </p:txBody>
      </p:sp>
      <p:cxnSp>
        <p:nvCxnSpPr>
          <p:cNvPr id="7" name="Connector 6"/>
          <p:cNvCxnSpPr/>
          <p:nvPr/>
        </p:nvCxnSpPr>
        <p:spPr>
          <a:xfrm>
            <a:off x="5989320" y="3977639"/>
            <a:ext cx="228600" cy="0"/>
          </a:xfrm>
          <a:prstGeom prst="line">
            <a:avLst/>
          </a:prstGeom>
          <a:ln w="31750">
            <a:solidFill>
              <a:srgbClr val="00A0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5806440"/>
            <a:ext cx="11091672" cy="411480"/>
          </a:xfrm>
          <a:prstGeom prst="rect">
            <a:avLst/>
          </a:prstGeom>
          <a:noFill/>
        </p:spPr>
        <p:txBody>
          <a:bodyPr wrap="square" anchor="t" lIns="0" rIns="0">
            <a:spAutoFit/>
          </a:bodyPr>
          <a:lstStyle/>
          <a:p>
            <a:pPr algn="l">
              <a:spcAft>
                <a:spcPts val="600"/>
              </a:spcAft>
            </a:pPr>
            <a:r>
              <a:rPr b="0" i="0" sz="1300">
                <a:solidFill>
                  <a:srgbClr val="6B6B6B"/>
                </a:solidFill>
                <a:latin typeface="Arial"/>
              </a:rPr>
              <a:t>Illustratieve waarden. Waar ja begint (bijv. ≥ 0,5) bepaal je zelf in je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Eén verzoek, één antwoord: choice</a:t>
            </a:r>
          </a:p>
        </p:txBody>
      </p:sp>
      <p:sp>
        <p:nvSpPr>
          <p:cNvPr id="3" name="TextBox 2"/>
          <p:cNvSpPr txBox="1"/>
          <p:nvPr/>
        </p:nvSpPr>
        <p:spPr>
          <a:xfrm>
            <a:off x="54864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Jij stuurt: state + vraag</a:t>
            </a:r>
          </a:p>
        </p:txBody>
      </p:sp>
      <p:sp>
        <p:nvSpPr>
          <p:cNvPr id="4" name="Jij stuurt: state + vraag"/>
          <p:cNvSpPr/>
          <p:nvPr/>
        </p:nvSpPr>
        <p:spPr>
          <a:xfrm>
            <a:off x="548640" y="2331720"/>
            <a:ext cx="5422392" cy="3337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228600" bIns="91440"/>
          <a:lstStyle/>
          <a:p>
            <a:pPr algn="l">
              <a:spcAft>
                <a:spcPts val="0"/>
              </a:spcAft>
            </a:pPr>
            <a:r>
              <a:rPr b="0" i="0" sz="1300">
                <a:solidFill>
                  <a:srgbClr val="1E1E1E"/>
                </a:solidFill>
                <a:latin typeface="Courier New"/>
              </a:rPr>
              <a:t>client.system_one(</a:t>
            </a:r>
          </a:p>
          <a:p>
            <a:pPr algn="l">
              <a:spcAft>
                <a:spcPts val="0"/>
              </a:spcAft>
            </a:pPr>
            <a:r>
              <a:rPr b="0" i="0" sz="1300">
                <a:solidFill>
                  <a:srgbClr val="1E1E1E"/>
                </a:solidFill>
                <a:latin typeface="Courier New"/>
              </a:rPr>
              <a:t>  state = "Bridging to the literature</a:t>
            </a:r>
          </a:p>
          <a:p>
            <a:pPr algn="l">
              <a:spcAft>
                <a:spcPts val="0"/>
              </a:spcAft>
            </a:pPr>
            <a:r>
              <a:rPr b="0" i="0" sz="1300">
                <a:solidFill>
                  <a:srgbClr val="1E1E1E"/>
                </a:solidFill>
                <a:latin typeface="Courier New"/>
              </a:rPr>
              <a:t>           is not established.",</a:t>
            </a:r>
          </a:p>
          <a:p>
            <a:pPr algn="l">
              <a:spcAft>
                <a:spcPts val="0"/>
              </a:spcAft>
            </a:pPr>
            <a:r>
              <a:rPr b="0" i="0" sz="1300">
                <a:solidFill>
                  <a:srgbClr val="1E1E1E"/>
                </a:solidFill>
                <a:latin typeface="Courier New"/>
              </a:rPr>
              <a:t>  questions = {</a:t>
            </a:r>
          </a:p>
          <a:p>
            <a:pPr algn="l">
              <a:spcAft>
                <a:spcPts val="0"/>
              </a:spcAft>
            </a:pPr>
            <a:r>
              <a:rPr b="0" i="0" sz="1300">
                <a:solidFill>
                  <a:srgbClr val="1E1E1E"/>
                </a:solidFill>
                <a:latin typeface="Courier New"/>
              </a:rPr>
              <a:t>    "oordeel": {"type": "choice",</a:t>
            </a:r>
          </a:p>
          <a:p>
            <a:pPr algn="l">
              <a:spcAft>
                <a:spcPts val="0"/>
              </a:spcAft>
            </a:pPr>
            <a:r>
              <a:rPr b="0" i="0" sz="1300">
                <a:solidFill>
                  <a:srgbClr val="1E1E1E"/>
                </a:solidFill>
                <a:latin typeface="Courier New"/>
              </a:rPr>
              <a:t>      "instructions": "What verdict does</a:t>
            </a:r>
          </a:p>
          <a:p>
            <a:pPr algn="l">
              <a:spcAft>
                <a:spcPts val="0"/>
              </a:spcAft>
            </a:pPr>
            <a:r>
              <a:rPr b="0" i="0" sz="1300">
                <a:solidFill>
                  <a:srgbClr val="1E1E1E"/>
                </a:solidFill>
                <a:latin typeface="Courier New"/>
              </a:rPr>
              <a:t>                       this sentence express?",</a:t>
            </a:r>
          </a:p>
          <a:p>
            <a:pPr algn="l">
              <a:spcAft>
                <a:spcPts val="0"/>
              </a:spcAft>
            </a:pPr>
            <a:r>
              <a:rPr b="0" i="0" sz="1300">
                <a:solidFill>
                  <a:srgbClr val="1E1E1E"/>
                </a:solidFill>
                <a:latin typeface="Courier New"/>
              </a:rPr>
              <a:t>      "criteria": {"positive": "...",</a:t>
            </a:r>
          </a:p>
          <a:p>
            <a:pPr algn="l">
              <a:spcAft>
                <a:spcPts val="0"/>
              </a:spcAft>
            </a:pPr>
            <a:r>
              <a:rPr b="0" i="0" sz="1300">
                <a:solidFill>
                  <a:srgbClr val="1E1E1E"/>
                </a:solidFill>
                <a:latin typeface="Courier New"/>
              </a:rPr>
              <a:t>                   "negative": "...",</a:t>
            </a:r>
          </a:p>
          <a:p>
            <a:pPr algn="l">
              <a:spcAft>
                <a:spcPts val="0"/>
              </a:spcAft>
            </a:pPr>
            <a:r>
              <a:rPr b="0" i="0" sz="1300">
                <a:solidFill>
                  <a:srgbClr val="1E1E1E"/>
                </a:solidFill>
                <a:latin typeface="Courier New"/>
              </a:rPr>
              <a:t>                   "neutral":  "..."}}})</a:t>
            </a:r>
          </a:p>
        </p:txBody>
      </p:sp>
      <p:sp>
        <p:nvSpPr>
          <p:cNvPr id="5" name="TextBox 4"/>
          <p:cNvSpPr txBox="1"/>
          <p:nvPr/>
        </p:nvSpPr>
        <p:spPr>
          <a:xfrm>
            <a:off x="621792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Jev geeft: getypeerd antwoord</a:t>
            </a:r>
          </a:p>
        </p:txBody>
      </p:sp>
      <p:sp>
        <p:nvSpPr>
          <p:cNvPr id="6" name="Jev geeft: getypeerd antwoord"/>
          <p:cNvSpPr/>
          <p:nvPr/>
        </p:nvSpPr>
        <p:spPr>
          <a:xfrm>
            <a:off x="6217920" y="2331720"/>
            <a:ext cx="5422392" cy="33375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228600" bIns="91440"/>
          <a:lstStyle/>
          <a:p>
            <a:pPr algn="l">
              <a:spcAft>
                <a:spcPts val="0"/>
              </a:spcAft>
            </a:pPr>
            <a:r>
              <a:rPr b="0" i="0" sz="1300">
                <a:solidFill>
                  <a:srgbClr val="1E1E1E"/>
                </a:solidFill>
                <a:latin typeface="Courier New"/>
              </a:rPr>
              <a:t>answers["oordeel"]</a:t>
            </a:r>
          </a:p>
          <a:p>
            <a:pPr algn="l">
              <a:spcAft>
                <a:spcPts val="0"/>
              </a:spcAft>
            </a:pPr>
            <a:r>
              <a:rPr b="0" i="0" sz="1300">
                <a:solidFill>
                  <a:srgbClr val="1E1E1E"/>
                </a:solidFill>
                <a:latin typeface="Courier New"/>
              </a:rPr>
              <a:t>  .choice        → "negative"</a:t>
            </a:r>
          </a:p>
          <a:p>
            <a:pPr algn="l">
              <a:spcAft>
                <a:spcPts val="0"/>
              </a:spcAft>
            </a:pPr>
            <a:r>
              <a:rPr b="0" i="0" sz="1300">
                <a:solidFill>
                  <a:srgbClr val="1E1E1E"/>
                </a:solidFill>
                <a:latin typeface="Courier New"/>
              </a:rPr>
              <a:t>  .probabilities → {"positive": 0.02,</a:t>
            </a:r>
          </a:p>
          <a:p>
            <a:pPr algn="l">
              <a:spcAft>
                <a:spcPts val="0"/>
              </a:spcAft>
            </a:pPr>
            <a:r>
              <a:rPr b="0" i="0" sz="1300">
                <a:solidFill>
                  <a:srgbClr val="1E1E1E"/>
                </a:solidFill>
                <a:latin typeface="Courier New"/>
              </a:rPr>
              <a:t>                    "negative": 0.91,</a:t>
            </a:r>
          </a:p>
          <a:p>
            <a:pPr algn="l">
              <a:spcAft>
                <a:spcPts val="0"/>
              </a:spcAft>
            </a:pPr>
            <a:r>
              <a:rPr b="0" i="0" sz="1300">
                <a:solidFill>
                  <a:srgbClr val="1E1E1E"/>
                </a:solidFill>
                <a:latin typeface="Courier New"/>
              </a:rPr>
              <a:t>                    "neutral":  0.07}</a:t>
            </a:r>
          </a:p>
          <a:p>
            <a:pPr algn="l">
              <a:spcAft>
                <a:spcPts val="0"/>
              </a:spcAft>
            </a:pPr>
            <a:r>
              <a:rPr b="0" i="0" sz="1300">
                <a:solidFill>
                  <a:srgbClr val="1E1E1E"/>
                </a:solidFill>
                <a:latin typeface="Courier New"/>
              </a:rPr>
              <a:t>  .confidence    → 0.87</a:t>
            </a:r>
          </a:p>
          <a:p>
            <a:pPr algn="l">
              <a:spcAft>
                <a:spcPts val="0"/>
              </a:spcAft>
            </a:pPr>
            <a:r>
              <a:rPr b="0" i="0" sz="1300">
                <a:solidFill>
                  <a:srgbClr val="1E1E1E"/>
                </a:solidFill>
                <a:latin typeface="Courier New"/>
              </a:rPr>
              <a:t/>
            </a:r>
          </a:p>
          <a:p>
            <a:pPr algn="l">
              <a:spcAft>
                <a:spcPts val="0"/>
              </a:spcAft>
            </a:pPr>
            <a:r>
              <a:rPr b="0" i="0" sz="1300">
                <a:solidFill>
                  <a:srgbClr val="1E1E1E"/>
                </a:solidFill>
                <a:latin typeface="Courier New"/>
              </a:rPr>
              <a:t>usage.input_tokens → 214</a:t>
            </a:r>
          </a:p>
        </p:txBody>
      </p:sp>
      <p:cxnSp>
        <p:nvCxnSpPr>
          <p:cNvPr id="7" name="Connector 6"/>
          <p:cNvCxnSpPr/>
          <p:nvPr/>
        </p:nvCxnSpPr>
        <p:spPr>
          <a:xfrm>
            <a:off x="5989320" y="3977639"/>
            <a:ext cx="228600" cy="0"/>
          </a:xfrm>
          <a:prstGeom prst="line">
            <a:avLst/>
          </a:prstGeom>
          <a:ln w="31750">
            <a:solidFill>
              <a:srgbClr val="00A0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5806440"/>
            <a:ext cx="11091672" cy="411480"/>
          </a:xfrm>
          <a:prstGeom prst="rect">
            <a:avLst/>
          </a:prstGeom>
          <a:noFill/>
        </p:spPr>
        <p:txBody>
          <a:bodyPr wrap="square" anchor="t" lIns="0" rIns="0">
            <a:spAutoFit/>
          </a:bodyPr>
          <a:lstStyle/>
          <a:p>
            <a:pPr algn="l">
              <a:spcAft>
                <a:spcPts val="600"/>
              </a:spcAft>
            </a:pPr>
            <a:r>
              <a:rPr b="0" i="0" sz="1300">
                <a:solidFill>
                  <a:srgbClr val="6B6B6B"/>
                </a:solidFill>
                <a:latin typeface="Arial"/>
              </a:rPr>
              <a:t>Illustratieve waarden. Tip voor de docent: laat dit live zien in de Playground op console.typesafe.ai/playground.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Eén verzoek, één antwoord: score</a:t>
            </a:r>
          </a:p>
        </p:txBody>
      </p:sp>
      <p:sp>
        <p:nvSpPr>
          <p:cNvPr id="3" name="TextBox 2"/>
          <p:cNvSpPr txBox="1"/>
          <p:nvPr/>
        </p:nvSpPr>
        <p:spPr>
          <a:xfrm>
            <a:off x="54864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Jij stuurt: state + vraag</a:t>
            </a:r>
          </a:p>
        </p:txBody>
      </p:sp>
      <p:sp>
        <p:nvSpPr>
          <p:cNvPr id="4" name="Jij stuurt: state + vraag"/>
          <p:cNvSpPr/>
          <p:nvPr/>
        </p:nvSpPr>
        <p:spPr>
          <a:xfrm>
            <a:off x="548640" y="2331720"/>
            <a:ext cx="5422392" cy="3337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228600" bIns="91440"/>
          <a:lstStyle/>
          <a:p>
            <a:pPr algn="l">
              <a:spcAft>
                <a:spcPts val="0"/>
              </a:spcAft>
            </a:pPr>
            <a:r>
              <a:rPr b="0" i="0" sz="1300">
                <a:solidFill>
                  <a:srgbClr val="1E1E1E"/>
                </a:solidFill>
                <a:latin typeface="Courier New"/>
              </a:rPr>
              <a:t>client.system_one(</a:t>
            </a:r>
          </a:p>
          <a:p>
            <a:pPr algn="l">
              <a:spcAft>
                <a:spcPts val="0"/>
              </a:spcAft>
            </a:pPr>
            <a:r>
              <a:rPr b="0" i="0" sz="1300">
                <a:solidFill>
                  <a:srgbClr val="1E1E1E"/>
                </a:solidFill>
                <a:latin typeface="Courier New"/>
              </a:rPr>
              <a:t>  state = "… it is considered that the</a:t>
            </a:r>
          </a:p>
          <a:p>
            <a:pPr algn="l">
              <a:spcAft>
                <a:spcPts val="0"/>
              </a:spcAft>
            </a:pPr>
            <a:r>
              <a:rPr b="0" i="0" sz="1300">
                <a:solidFill>
                  <a:srgbClr val="1E1E1E"/>
                </a:solidFill>
                <a:latin typeface="Courier New"/>
              </a:rPr>
              <a:t>           bridging … is not established.",</a:t>
            </a:r>
          </a:p>
          <a:p>
            <a:pPr algn="l">
              <a:spcAft>
                <a:spcPts val="0"/>
              </a:spcAft>
            </a:pPr>
            <a:r>
              <a:rPr b="0" i="0" sz="1300">
                <a:solidFill>
                  <a:srgbClr val="1E1E1E"/>
                </a:solidFill>
                <a:latin typeface="Courier New"/>
              </a:rPr>
              <a:t>  questions = {</a:t>
            </a:r>
          </a:p>
          <a:p>
            <a:pPr algn="l">
              <a:spcAft>
                <a:spcPts val="0"/>
              </a:spcAft>
            </a:pPr>
            <a:r>
              <a:rPr b="0" i="0" sz="1300">
                <a:solidFill>
                  <a:srgbClr val="1E1E1E"/>
                </a:solidFill>
                <a:latin typeface="Courier New"/>
              </a:rPr>
              <a:t>    "stelligheid": {"type": "score",</a:t>
            </a:r>
          </a:p>
          <a:p>
            <a:pPr algn="l">
              <a:spcAft>
                <a:spcPts val="0"/>
              </a:spcAft>
            </a:pPr>
            <a:r>
              <a:rPr b="0" i="0" sz="1300">
                <a:solidFill>
                  <a:srgbClr val="1E1E1E"/>
                </a:solidFill>
                <a:latin typeface="Courier New"/>
              </a:rPr>
              <a:t>      "instructions": "How firmly is this</a:t>
            </a:r>
          </a:p>
          <a:p>
            <a:pPr algn="l">
              <a:spcAft>
                <a:spcPts val="0"/>
              </a:spcAft>
            </a:pPr>
            <a:r>
              <a:rPr b="0" i="0" sz="1300">
                <a:solidFill>
                  <a:srgbClr val="1E1E1E"/>
                </a:solidFill>
                <a:latin typeface="Courier New"/>
              </a:rPr>
              <a:t>          sentence formulated?",</a:t>
            </a:r>
          </a:p>
          <a:p>
            <a:pPr algn="l">
              <a:spcAft>
                <a:spcPts val="0"/>
              </a:spcAft>
            </a:pPr>
            <a:r>
              <a:rPr b="0" i="0" sz="1300">
                <a:solidFill>
                  <a:srgbClr val="1E1E1E"/>
                </a:solidFill>
                <a:latin typeface="Courier New"/>
              </a:rPr>
              <a:t>      "criteria": ["Tentative or hedged",</a:t>
            </a:r>
          </a:p>
          <a:p>
            <a:pPr algn="l">
              <a:spcAft>
                <a:spcPts val="0"/>
              </a:spcAft>
            </a:pPr>
            <a:r>
              <a:rPr b="0" i="0" sz="1300">
                <a:solidFill>
                  <a:srgbClr val="1E1E1E"/>
                </a:solidFill>
                <a:latin typeface="Courier New"/>
              </a:rPr>
              <a:t>                   "Qualified",</a:t>
            </a:r>
          </a:p>
          <a:p>
            <a:pPr algn="l">
              <a:spcAft>
                <a:spcPts val="0"/>
              </a:spcAft>
            </a:pPr>
            <a:r>
              <a:rPr b="0" i="0" sz="1300">
                <a:solidFill>
                  <a:srgbClr val="1E1E1E"/>
                </a:solidFill>
                <a:latin typeface="Courier New"/>
              </a:rPr>
              <a:t>                   "Firm and unconditional"]}})</a:t>
            </a:r>
          </a:p>
        </p:txBody>
      </p:sp>
      <p:sp>
        <p:nvSpPr>
          <p:cNvPr id="5" name="TextBox 4"/>
          <p:cNvSpPr txBox="1"/>
          <p:nvPr/>
        </p:nvSpPr>
        <p:spPr>
          <a:xfrm>
            <a:off x="6217920" y="1828800"/>
            <a:ext cx="5422392" cy="457200"/>
          </a:xfrm>
          <a:prstGeom prst="rect">
            <a:avLst/>
          </a:prstGeom>
          <a:noFill/>
        </p:spPr>
        <p:txBody>
          <a:bodyPr wrap="square" anchor="t" lIns="0" rIns="0">
            <a:spAutoFit/>
          </a:bodyPr>
          <a:lstStyle/>
          <a:p>
            <a:pPr algn="l">
              <a:spcAft>
                <a:spcPts val="600"/>
              </a:spcAft>
            </a:pPr>
            <a:r>
              <a:rPr b="1" i="0" sz="1800">
                <a:solidFill>
                  <a:srgbClr val="1E1E1E"/>
                </a:solidFill>
                <a:latin typeface="Arial"/>
              </a:rPr>
              <a:t>Jev geeft: getypeerd antwoord</a:t>
            </a:r>
          </a:p>
        </p:txBody>
      </p:sp>
      <p:sp>
        <p:nvSpPr>
          <p:cNvPr id="6" name="Jev geeft: getypeerd antwoord"/>
          <p:cNvSpPr/>
          <p:nvPr/>
        </p:nvSpPr>
        <p:spPr>
          <a:xfrm>
            <a:off x="6217920" y="2331720"/>
            <a:ext cx="5422392" cy="33375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137160" tIns="228600" bIns="91440"/>
          <a:lstStyle/>
          <a:p>
            <a:pPr algn="l">
              <a:spcAft>
                <a:spcPts val="0"/>
              </a:spcAft>
            </a:pPr>
            <a:r>
              <a:rPr b="0" i="0" sz="1300">
                <a:solidFill>
                  <a:srgbClr val="1E1E1E"/>
                </a:solidFill>
                <a:latin typeface="Courier New"/>
              </a:rPr>
              <a:t>answers["stelligheid"]</a:t>
            </a:r>
          </a:p>
          <a:p>
            <a:pPr algn="l">
              <a:spcAft>
                <a:spcPts val="0"/>
              </a:spcAft>
            </a:pPr>
            <a:r>
              <a:rPr b="0" i="0" sz="1300">
                <a:solidFill>
                  <a:srgbClr val="1E1E1E"/>
                </a:solidFill>
                <a:latin typeface="Courier New"/>
              </a:rPr>
              <a:t>  .score         → 0.96</a:t>
            </a:r>
          </a:p>
          <a:p>
            <a:pPr algn="l">
              <a:spcAft>
                <a:spcPts val="0"/>
              </a:spcAft>
            </a:pPr>
            <a:r>
              <a:rPr b="0" i="0" sz="1300">
                <a:solidFill>
                  <a:srgbClr val="1E1E1E"/>
                </a:solidFill>
                <a:latin typeface="Courier New"/>
              </a:rPr>
              <a:t>  .probabilities → {0: 0.28,</a:t>
            </a:r>
          </a:p>
          <a:p>
            <a:pPr algn="l">
              <a:spcAft>
                <a:spcPts val="0"/>
              </a:spcAft>
            </a:pPr>
            <a:r>
              <a:rPr b="0" i="0" sz="1300">
                <a:solidFill>
                  <a:srgbClr val="1E1E1E"/>
                </a:solidFill>
                <a:latin typeface="Courier New"/>
              </a:rPr>
              <a:t>                    1: 0.48,</a:t>
            </a:r>
          </a:p>
          <a:p>
            <a:pPr algn="l">
              <a:spcAft>
                <a:spcPts val="0"/>
              </a:spcAft>
            </a:pPr>
            <a:r>
              <a:rPr b="0" i="0" sz="1300">
                <a:solidFill>
                  <a:srgbClr val="1E1E1E"/>
                </a:solidFill>
                <a:latin typeface="Courier New"/>
              </a:rPr>
              <a:t>                    2: 0.24}</a:t>
            </a:r>
          </a:p>
          <a:p>
            <a:pPr algn="l">
              <a:spcAft>
                <a:spcPts val="0"/>
              </a:spcAft>
            </a:pPr>
            <a:r>
              <a:rPr b="0" i="0" sz="1300">
                <a:solidFill>
                  <a:srgbClr val="1E1E1E"/>
                </a:solidFill>
                <a:latin typeface="Courier New"/>
              </a:rPr>
              <a:t>  .confidence    → 0.22</a:t>
            </a:r>
          </a:p>
          <a:p>
            <a:pPr algn="l">
              <a:spcAft>
                <a:spcPts val="0"/>
              </a:spcAft>
            </a:pPr>
            <a:r>
              <a:rPr b="0" i="0" sz="1300">
                <a:solidFill>
                  <a:srgbClr val="1E1E1E"/>
                </a:solidFill>
                <a:latin typeface="Courier New"/>
              </a:rPr>
              <a:t>  .legend        → {0: "Tentative or hedged",</a:t>
            </a:r>
          </a:p>
          <a:p>
            <a:pPr algn="l">
              <a:spcAft>
                <a:spcPts val="0"/>
              </a:spcAft>
            </a:pPr>
            <a:r>
              <a:rPr b="0" i="0" sz="1300">
                <a:solidFill>
                  <a:srgbClr val="1E1E1E"/>
                </a:solidFill>
                <a:latin typeface="Courier New"/>
              </a:rPr>
              <a:t>                    1: "Qualified",</a:t>
            </a:r>
          </a:p>
          <a:p>
            <a:pPr algn="l">
              <a:spcAft>
                <a:spcPts val="0"/>
              </a:spcAft>
            </a:pPr>
            <a:r>
              <a:rPr b="0" i="0" sz="1300">
                <a:solidFill>
                  <a:srgbClr val="1E1E1E"/>
                </a:solidFill>
                <a:latin typeface="Courier New"/>
              </a:rPr>
              <a:t>                    2: "Firm and unconditional"}</a:t>
            </a:r>
          </a:p>
          <a:p>
            <a:pPr algn="l">
              <a:spcAft>
                <a:spcPts val="0"/>
              </a:spcAft>
            </a:pPr>
            <a:r>
              <a:rPr b="0" i="0" sz="1300">
                <a:solidFill>
                  <a:srgbClr val="1E1E1E"/>
                </a:solidFill>
                <a:latin typeface="Courier New"/>
              </a:rPr>
              <a:t/>
            </a:r>
          </a:p>
          <a:p>
            <a:pPr algn="l">
              <a:spcAft>
                <a:spcPts val="0"/>
              </a:spcAft>
            </a:pPr>
            <a:r>
              <a:rPr b="0" i="0" sz="1300">
                <a:solidFill>
                  <a:srgbClr val="1E1E1E"/>
                </a:solidFill>
                <a:latin typeface="Courier New"/>
              </a:rPr>
              <a:t># score = 0×0,28 + 1×0,48 + 2×0,24</a:t>
            </a:r>
          </a:p>
        </p:txBody>
      </p:sp>
      <p:cxnSp>
        <p:nvCxnSpPr>
          <p:cNvPr id="7" name="Connector 6"/>
          <p:cNvCxnSpPr/>
          <p:nvPr/>
        </p:nvCxnSpPr>
        <p:spPr>
          <a:xfrm>
            <a:off x="5989320" y="3977639"/>
            <a:ext cx="228600" cy="0"/>
          </a:xfrm>
          <a:prstGeom prst="line">
            <a:avLst/>
          </a:prstGeom>
          <a:ln w="31750">
            <a:solidFill>
              <a:srgbClr val="00A0D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48640" y="5806440"/>
            <a:ext cx="11091672" cy="411480"/>
          </a:xfrm>
          <a:prstGeom prst="rect">
            <a:avLst/>
          </a:prstGeom>
          <a:noFill/>
        </p:spPr>
        <p:txBody>
          <a:bodyPr wrap="square" anchor="t" lIns="0" rIns="0">
            <a:spAutoFit/>
          </a:bodyPr>
          <a:lstStyle/>
          <a:p>
            <a:pPr algn="l">
              <a:spcAft>
                <a:spcPts val="600"/>
              </a:spcAft>
            </a:pPr>
            <a:r>
              <a:rPr b="0" i="0" sz="1300">
                <a:solidFill>
                  <a:srgbClr val="6B6B6B"/>
                </a:solidFill>
                <a:latin typeface="Arial"/>
              </a:rPr>
              <a:t>Echte output van jev-1.13.0 (opdracht 1, zin ingekort). Lage confidence: de kans is over alle niveaus verspreid.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Jev teruggeeft: de antwoordvelden</a:t>
            </a:r>
          </a:p>
        </p:txBody>
      </p:sp>
      <p:graphicFrame>
        <p:nvGraphicFramePr>
          <p:cNvPr id="3" name="Table 2"/>
          <p:cNvGraphicFramePr>
            <a:graphicFrameLocks noGrp="1"/>
          </p:cNvGraphicFramePr>
          <p:nvPr/>
        </p:nvGraphicFramePr>
        <p:xfrm>
          <a:off x="548640" y="1783080"/>
          <a:ext cx="11091672" cy="3200400"/>
        </p:xfrm>
        <a:graphic>
          <a:graphicData uri="http://schemas.openxmlformats.org/drawingml/2006/table">
            <a:tbl>
              <a:tblPr firstRow="1" bandRow="1">
                <a:tableStyleId>{5C22544A-7EE6-4342-B048-85BDC9FD1C3A}</a:tableStyleId>
              </a:tblPr>
              <a:tblGrid>
                <a:gridCol w="1828800"/>
                <a:gridCol w="1645920"/>
                <a:gridCol w="5513832"/>
                <a:gridCol w="2103120"/>
              </a:tblGrid>
              <a:tr h="457200">
                <a:tc>
                  <a:txBody>
                    <a:bodyPr/>
                    <a:lstStyle/>
                    <a:p>
                      <a:r>
                        <a:rPr b="1" i="0" sz="1400">
                          <a:solidFill>
                            <a:srgbClr val="FFFFFF"/>
                          </a:solidFill>
                          <a:latin typeface="Arial"/>
                        </a:rPr>
                        <a:t>Veld</a:t>
                      </a:r>
                    </a:p>
                  </a:txBody>
                  <a:tcPr marL="91440" marR="91440" marT="36576" marB="36576" anchor="ctr">
                    <a:solidFill>
                      <a:srgbClr val="00A0D2"/>
                    </a:solidFill>
                  </a:tcPr>
                </a:tc>
                <a:tc>
                  <a:txBody>
                    <a:bodyPr/>
                    <a:lstStyle/>
                    <a:p>
                      <a:r>
                        <a:rPr b="1" i="0" sz="1400">
                          <a:solidFill>
                            <a:srgbClr val="FFFFFF"/>
                          </a:solidFill>
                          <a:latin typeface="Arial"/>
                        </a:rPr>
                        <a:t>Bij type</a:t>
                      </a:r>
                    </a:p>
                  </a:txBody>
                  <a:tcPr marL="91440" marR="91440" marT="36576" marB="36576" anchor="ctr">
                    <a:solidFill>
                      <a:srgbClr val="00A0D2"/>
                    </a:solidFill>
                  </a:tcPr>
                </a:tc>
                <a:tc>
                  <a:txBody>
                    <a:bodyPr/>
                    <a:lstStyle/>
                    <a:p>
                      <a:r>
                        <a:rPr b="1" i="0" sz="1400">
                          <a:solidFill>
                            <a:srgbClr val="FFFFFF"/>
                          </a:solidFill>
                          <a:latin typeface="Arial"/>
                        </a:rPr>
                        <a:t>Betekenis</a:t>
                      </a:r>
                    </a:p>
                  </a:txBody>
                  <a:tcPr marL="91440" marR="91440" marT="36576" marB="36576" anchor="ctr">
                    <a:solidFill>
                      <a:srgbClr val="00A0D2"/>
                    </a:solidFill>
                  </a:tcPr>
                </a:tc>
                <a:tc>
                  <a:txBody>
                    <a:bodyPr/>
                    <a:lstStyle/>
                    <a:p>
                      <a:r>
                        <a:rPr b="1" i="0" sz="1400">
                          <a:solidFill>
                            <a:srgbClr val="FFFFFF"/>
                          </a:solidFill>
                          <a:latin typeface="Arial"/>
                        </a:rPr>
                        <a:t>Zo lees je het</a:t>
                      </a:r>
                    </a:p>
                  </a:txBody>
                  <a:tcPr marL="91440" marR="91440" marT="36576" marB="36576" anchor="ctr">
                    <a:solidFill>
                      <a:srgbClr val="00A0D2"/>
                    </a:solidFill>
                  </a:tcPr>
                </a:tc>
              </a:tr>
              <a:tr h="457200">
                <a:tc>
                  <a:txBody>
                    <a:bodyPr/>
                    <a:lstStyle/>
                    <a:p>
                      <a:r>
                        <a:rPr b="1" i="0" sz="1400">
                          <a:solidFill>
                            <a:srgbClr val="1E1E1E"/>
                          </a:solidFill>
                          <a:latin typeface="Arial"/>
                        </a:rPr>
                        <a:t>noul</a:t>
                      </a:r>
                    </a:p>
                  </a:txBody>
                  <a:tcPr marL="91440" marR="91440" marT="36576" marB="36576" anchor="ctr">
                    <a:solidFill>
                      <a:srgbClr val="FFFFFF"/>
                    </a:solidFill>
                  </a:tcPr>
                </a:tc>
                <a:tc>
                  <a:txBody>
                    <a:bodyPr/>
                    <a:lstStyle/>
                    <a:p>
                      <a:r>
                        <a:rPr b="0" i="0" sz="1400">
                          <a:solidFill>
                            <a:srgbClr val="1E1E1E"/>
                          </a:solidFill>
                          <a:latin typeface="Arial"/>
                        </a:rPr>
                        <a:t>noul</a:t>
                      </a:r>
                    </a:p>
                  </a:txBody>
                  <a:tcPr marL="91440" marR="91440" marT="36576" marB="36576" anchor="ctr">
                    <a:solidFill>
                      <a:srgbClr val="FFFFFF"/>
                    </a:solidFill>
                  </a:tcPr>
                </a:tc>
                <a:tc>
                  <a:txBody>
                    <a:bodyPr/>
                    <a:lstStyle/>
                    <a:p>
                      <a:r>
                        <a:rPr b="0" i="0" sz="1400">
                          <a:solidFill>
                            <a:srgbClr val="1E1E1E"/>
                          </a:solidFill>
                          <a:latin typeface="Arial"/>
                        </a:rPr>
                        <a:t>Kans dat de uitspraak waar is (0–1)</a:t>
                      </a:r>
                    </a:p>
                  </a:txBody>
                  <a:tcPr marL="91440" marR="91440" marT="36576" marB="36576" anchor="ctr">
                    <a:solidFill>
                      <a:srgbClr val="FFFFFF"/>
                    </a:solidFill>
                  </a:tcPr>
                </a:tc>
                <a:tc>
                  <a:txBody>
                    <a:bodyPr/>
                    <a:lstStyle/>
                    <a:p>
                      <a:r>
                        <a:rPr b="0" i="0" sz="1400">
                          <a:solidFill>
                            <a:srgbClr val="1E1E1E"/>
                          </a:solidFill>
                          <a:latin typeface="Arial"/>
                        </a:rPr>
                        <a:t>a.noul</a:t>
                      </a:r>
                    </a:p>
                  </a:txBody>
                  <a:tcPr marL="91440" marR="91440" marT="36576" marB="36576" anchor="ctr">
                    <a:solidFill>
                      <a:srgbClr val="FFFFFF"/>
                    </a:solidFill>
                  </a:tcPr>
                </a:tc>
              </a:tr>
              <a:tr h="457200">
                <a:tc>
                  <a:txBody>
                    <a:bodyPr/>
                    <a:lstStyle/>
                    <a:p>
                      <a:r>
                        <a:rPr b="1" i="0" sz="1400">
                          <a:solidFill>
                            <a:srgbClr val="1E1E1E"/>
                          </a:solidFill>
                          <a:latin typeface="Arial"/>
                        </a:rPr>
                        <a:t>choice</a:t>
                      </a:r>
                    </a:p>
                  </a:txBody>
                  <a:tcPr marL="91440" marR="91440" marT="36576" marB="36576" anchor="ctr">
                    <a:solidFill>
                      <a:srgbClr val="F2F2F2"/>
                    </a:solidFill>
                  </a:tcPr>
                </a:tc>
                <a:tc>
                  <a:txBody>
                    <a:bodyPr/>
                    <a:lstStyle/>
                    <a:p>
                      <a:r>
                        <a:rPr b="0" i="0" sz="1400">
                          <a:solidFill>
                            <a:srgbClr val="1E1E1E"/>
                          </a:solidFill>
                          <a:latin typeface="Arial"/>
                        </a:rPr>
                        <a:t>choice</a:t>
                      </a:r>
                    </a:p>
                  </a:txBody>
                  <a:tcPr marL="91440" marR="91440" marT="36576" marB="36576" anchor="ctr">
                    <a:solidFill>
                      <a:srgbClr val="F2F2F2"/>
                    </a:solidFill>
                  </a:tcPr>
                </a:tc>
                <a:tc>
                  <a:txBody>
                    <a:bodyPr/>
                    <a:lstStyle/>
                    <a:p>
                      <a:r>
                        <a:rPr b="0" i="0" sz="1400">
                          <a:solidFill>
                            <a:srgbClr val="1E1E1E"/>
                          </a:solidFill>
                          <a:latin typeface="Arial"/>
                        </a:rPr>
                        <a:t>De optie met de hoogste kans</a:t>
                      </a:r>
                    </a:p>
                  </a:txBody>
                  <a:tcPr marL="91440" marR="91440" marT="36576" marB="36576" anchor="ctr">
                    <a:solidFill>
                      <a:srgbClr val="F2F2F2"/>
                    </a:solidFill>
                  </a:tcPr>
                </a:tc>
                <a:tc>
                  <a:txBody>
                    <a:bodyPr/>
                    <a:lstStyle/>
                    <a:p>
                      <a:r>
                        <a:rPr b="0" i="0" sz="1400">
                          <a:solidFill>
                            <a:srgbClr val="1E1E1E"/>
                          </a:solidFill>
                          <a:latin typeface="Arial"/>
                        </a:rPr>
                        <a:t>a.choice</a:t>
                      </a:r>
                    </a:p>
                  </a:txBody>
                  <a:tcPr marL="91440" marR="91440" marT="36576" marB="36576" anchor="ctr">
                    <a:solidFill>
                      <a:srgbClr val="F2F2F2"/>
                    </a:solidFill>
                  </a:tcPr>
                </a:tc>
              </a:tr>
              <a:tr h="457200">
                <a:tc>
                  <a:txBody>
                    <a:bodyPr/>
                    <a:lstStyle/>
                    <a:p>
                      <a:r>
                        <a:rPr b="1" i="0" sz="1400">
                          <a:solidFill>
                            <a:srgbClr val="1E1E1E"/>
                          </a:solidFill>
                          <a:latin typeface="Arial"/>
                        </a:rPr>
                        <a:t>score</a:t>
                      </a:r>
                    </a:p>
                  </a:txBody>
                  <a:tcPr marL="91440" marR="91440" marT="36576" marB="36576" anchor="ctr">
                    <a:solidFill>
                      <a:srgbClr val="FFFFFF"/>
                    </a:solidFill>
                  </a:tcPr>
                </a:tc>
                <a:tc>
                  <a:txBody>
                    <a:bodyPr/>
                    <a:lstStyle/>
                    <a:p>
                      <a:r>
                        <a:rPr b="0" i="0" sz="1400">
                          <a:solidFill>
                            <a:srgbClr val="1E1E1E"/>
                          </a:solidFill>
                          <a:latin typeface="Arial"/>
                        </a:rPr>
                        <a:t>score</a:t>
                      </a:r>
                    </a:p>
                  </a:txBody>
                  <a:tcPr marL="91440" marR="91440" marT="36576" marB="36576" anchor="ctr">
                    <a:solidFill>
                      <a:srgbClr val="FFFFFF"/>
                    </a:solidFill>
                  </a:tcPr>
                </a:tc>
                <a:tc>
                  <a:txBody>
                    <a:bodyPr/>
                    <a:lstStyle/>
                    <a:p>
                      <a:r>
                        <a:rPr b="0" i="0" sz="1400">
                          <a:solidFill>
                            <a:srgbClr val="1E1E1E"/>
                          </a:solidFill>
                          <a:latin typeface="Arial"/>
                        </a:rPr>
                        <a:t>Gewogen gemiddelde over de niveaus; kan tussen twee niveaus vallen</a:t>
                      </a:r>
                    </a:p>
                  </a:txBody>
                  <a:tcPr marL="91440" marR="91440" marT="36576" marB="36576" anchor="ctr">
                    <a:solidFill>
                      <a:srgbClr val="FFFFFF"/>
                    </a:solidFill>
                  </a:tcPr>
                </a:tc>
                <a:tc>
                  <a:txBody>
                    <a:bodyPr/>
                    <a:lstStyle/>
                    <a:p>
                      <a:r>
                        <a:rPr b="0" i="0" sz="1400">
                          <a:solidFill>
                            <a:srgbClr val="1E1E1E"/>
                          </a:solidFill>
                          <a:latin typeface="Arial"/>
                        </a:rPr>
                        <a:t>a.score</a:t>
                      </a:r>
                    </a:p>
                  </a:txBody>
                  <a:tcPr marL="91440" marR="91440" marT="36576" marB="36576" anchor="ctr">
                    <a:solidFill>
                      <a:srgbClr val="FFFFFF"/>
                    </a:solidFill>
                  </a:tcPr>
                </a:tc>
              </a:tr>
              <a:tr h="457200">
                <a:tc>
                  <a:txBody>
                    <a:bodyPr/>
                    <a:lstStyle/>
                    <a:p>
                      <a:r>
                        <a:rPr b="1" i="0" sz="1400">
                          <a:solidFill>
                            <a:srgbClr val="1E1E1E"/>
                          </a:solidFill>
                          <a:latin typeface="Arial"/>
                        </a:rPr>
                        <a:t>probabilities</a:t>
                      </a:r>
                    </a:p>
                  </a:txBody>
                  <a:tcPr marL="91440" marR="91440" marT="36576" marB="36576" anchor="ctr">
                    <a:solidFill>
                      <a:srgbClr val="F2F2F2"/>
                    </a:solidFill>
                  </a:tcPr>
                </a:tc>
                <a:tc>
                  <a:txBody>
                    <a:bodyPr/>
                    <a:lstStyle/>
                    <a:p>
                      <a:r>
                        <a:rPr b="0" i="0" sz="1400">
                          <a:solidFill>
                            <a:srgbClr val="1E1E1E"/>
                          </a:solidFill>
                          <a:latin typeface="Arial"/>
                        </a:rPr>
                        <a:t>choice, score</a:t>
                      </a:r>
                    </a:p>
                  </a:txBody>
                  <a:tcPr marL="91440" marR="91440" marT="36576" marB="36576" anchor="ctr">
                    <a:solidFill>
                      <a:srgbClr val="F2F2F2"/>
                    </a:solidFill>
                  </a:tcPr>
                </a:tc>
                <a:tc>
                  <a:txBody>
                    <a:bodyPr/>
                    <a:lstStyle/>
                    <a:p>
                      <a:r>
                        <a:rPr b="0" i="0" sz="1400">
                          <a:solidFill>
                            <a:srgbClr val="1E1E1E"/>
                          </a:solidFill>
                          <a:latin typeface="Arial"/>
                        </a:rPr>
                        <a:t>Kans per optie of per niveau; samen 1</a:t>
                      </a:r>
                    </a:p>
                  </a:txBody>
                  <a:tcPr marL="91440" marR="91440" marT="36576" marB="36576" anchor="ctr">
                    <a:solidFill>
                      <a:srgbClr val="F2F2F2"/>
                    </a:solidFill>
                  </a:tcPr>
                </a:tc>
                <a:tc>
                  <a:txBody>
                    <a:bodyPr/>
                    <a:lstStyle/>
                    <a:p>
                      <a:r>
                        <a:rPr b="0" i="0" sz="1400">
                          <a:solidFill>
                            <a:srgbClr val="1E1E1E"/>
                          </a:solidFill>
                          <a:latin typeface="Arial"/>
                        </a:rPr>
                        <a:t>a.probabilities</a:t>
                      </a:r>
                    </a:p>
                  </a:txBody>
                  <a:tcPr marL="91440" marR="91440" marT="36576" marB="36576" anchor="ctr">
                    <a:solidFill>
                      <a:srgbClr val="F2F2F2"/>
                    </a:solidFill>
                  </a:tcPr>
                </a:tc>
              </a:tr>
              <a:tr h="457200">
                <a:tc>
                  <a:txBody>
                    <a:bodyPr/>
                    <a:lstStyle/>
                    <a:p>
                      <a:r>
                        <a:rPr b="1" i="0" sz="1400">
                          <a:solidFill>
                            <a:srgbClr val="1E1E1E"/>
                          </a:solidFill>
                          <a:latin typeface="Arial"/>
                        </a:rPr>
                        <a:t>confidence</a:t>
                      </a:r>
                    </a:p>
                  </a:txBody>
                  <a:tcPr marL="91440" marR="91440" marT="36576" marB="36576" anchor="ctr">
                    <a:solidFill>
                      <a:srgbClr val="FFFFFF"/>
                    </a:solidFill>
                  </a:tcPr>
                </a:tc>
                <a:tc>
                  <a:txBody>
                    <a:bodyPr/>
                    <a:lstStyle/>
                    <a:p>
                      <a:r>
                        <a:rPr b="0" i="0" sz="1400">
                          <a:solidFill>
                            <a:srgbClr val="1E1E1E"/>
                          </a:solidFill>
                          <a:latin typeface="Arial"/>
                        </a:rPr>
                        <a:t>choice, score</a:t>
                      </a:r>
                    </a:p>
                  </a:txBody>
                  <a:tcPr marL="91440" marR="91440" marT="36576" marB="36576" anchor="ctr">
                    <a:solidFill>
                      <a:srgbClr val="FFFFFF"/>
                    </a:solidFill>
                  </a:tcPr>
                </a:tc>
                <a:tc>
                  <a:txBody>
                    <a:bodyPr/>
                    <a:lstStyle/>
                    <a:p>
                      <a:r>
                        <a:rPr b="0" i="0" sz="1400">
                          <a:solidFill>
                            <a:srgbClr val="1E1E1E"/>
                          </a:solidFill>
                          <a:latin typeface="Arial"/>
                        </a:rPr>
                        <a:t>Hoe geconcentreerd de kansen zijn: 1 = alles op één optie, 0 = gelijk verdeeld</a:t>
                      </a:r>
                    </a:p>
                  </a:txBody>
                  <a:tcPr marL="91440" marR="91440" marT="36576" marB="36576" anchor="ctr">
                    <a:solidFill>
                      <a:srgbClr val="FFFFFF"/>
                    </a:solidFill>
                  </a:tcPr>
                </a:tc>
                <a:tc>
                  <a:txBody>
                    <a:bodyPr/>
                    <a:lstStyle/>
                    <a:p>
                      <a:r>
                        <a:rPr b="0" i="0" sz="1400">
                          <a:solidFill>
                            <a:srgbClr val="1E1E1E"/>
                          </a:solidFill>
                          <a:latin typeface="Arial"/>
                        </a:rPr>
                        <a:t>a.confidence</a:t>
                      </a:r>
                    </a:p>
                  </a:txBody>
                  <a:tcPr marL="91440" marR="91440" marT="36576" marB="36576" anchor="ctr">
                    <a:solidFill>
                      <a:srgbClr val="FFFFFF"/>
                    </a:solidFill>
                  </a:tcPr>
                </a:tc>
              </a:tr>
              <a:tr h="457200">
                <a:tc>
                  <a:txBody>
                    <a:bodyPr/>
                    <a:lstStyle/>
                    <a:p>
                      <a:r>
                        <a:rPr b="1" i="0" sz="1400">
                          <a:solidFill>
                            <a:srgbClr val="1E1E1E"/>
                          </a:solidFill>
                          <a:latin typeface="Arial"/>
                        </a:rPr>
                        <a:t>legend</a:t>
                      </a:r>
                    </a:p>
                  </a:txBody>
                  <a:tcPr marL="91440" marR="91440" marT="36576" marB="36576" anchor="ctr">
                    <a:solidFill>
                      <a:srgbClr val="F2F2F2"/>
                    </a:solidFill>
                  </a:tcPr>
                </a:tc>
                <a:tc>
                  <a:txBody>
                    <a:bodyPr/>
                    <a:lstStyle/>
                    <a:p>
                      <a:r>
                        <a:rPr b="0" i="0" sz="1400">
                          <a:solidFill>
                            <a:srgbClr val="1E1E1E"/>
                          </a:solidFill>
                          <a:latin typeface="Arial"/>
                        </a:rPr>
                        <a:t>score</a:t>
                      </a:r>
                    </a:p>
                  </a:txBody>
                  <a:tcPr marL="91440" marR="91440" marT="36576" marB="36576" anchor="ctr">
                    <a:solidFill>
                      <a:srgbClr val="F2F2F2"/>
                    </a:solidFill>
                  </a:tcPr>
                </a:tc>
                <a:tc>
                  <a:txBody>
                    <a:bodyPr/>
                    <a:lstStyle/>
                    <a:p>
                      <a:r>
                        <a:rPr b="0" i="0" sz="1400">
                          <a:solidFill>
                            <a:srgbClr val="1E1E1E"/>
                          </a:solidFill>
                          <a:latin typeface="Arial"/>
                        </a:rPr>
                        <a:t>Welk niveau bij welk nummer hoort</a:t>
                      </a:r>
                    </a:p>
                  </a:txBody>
                  <a:tcPr marL="91440" marR="91440" marT="36576" marB="36576" anchor="ctr">
                    <a:solidFill>
                      <a:srgbClr val="F2F2F2"/>
                    </a:solidFill>
                  </a:tcPr>
                </a:tc>
                <a:tc>
                  <a:txBody>
                    <a:bodyPr/>
                    <a:lstStyle/>
                    <a:p>
                      <a:r>
                        <a:rPr b="0" i="0" sz="1400">
                          <a:solidFill>
                            <a:srgbClr val="1E1E1E"/>
                          </a:solidFill>
                          <a:latin typeface="Arial"/>
                        </a:rPr>
                        <a:t>a.legend</a:t>
                      </a:r>
                    </a:p>
                  </a:txBody>
                  <a:tcPr marL="91440" marR="91440" marT="36576" marB="36576" anchor="ctr">
                    <a:solidFill>
                      <a:srgbClr val="F2F2F2"/>
                    </a:solidFill>
                  </a:tcPr>
                </a:tc>
              </a:tr>
            </a:tbl>
          </a:graphicData>
        </a:graphic>
      </p:graphicFrame>
      <p:sp>
        <p:nvSpPr>
          <p:cNvPr id="4" name="Let op confidence"/>
          <p:cNvSpPr/>
          <p:nvPr/>
        </p:nvSpPr>
        <p:spPr>
          <a:xfrm>
            <a:off x="548640" y="5166360"/>
            <a:ext cx="11091672" cy="96012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600"/>
              </a:spcAft>
            </a:pPr>
            <a:r>
              <a:rPr b="1" i="0" sz="1500">
                <a:solidFill>
                  <a:srgbClr val="EC0010"/>
                </a:solidFill>
                <a:latin typeface="Arial"/>
              </a:rPr>
              <a:t>Let op  </a:t>
            </a:r>
            <a:r>
              <a:rPr b="0" i="0" sz="1500">
                <a:solidFill>
                  <a:srgbClr val="1E1E1E"/>
                </a:solidFill>
                <a:latin typeface="Arial"/>
              </a:rPr>
              <a:t>confidence is níet de hoogste kans. Drie opties, 90% op één: confidence 0,85. Een noul heeft geen confidence; de kans zelf is de onzekerheid.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Zo lees je de uitkomst</a:t>
            </a:r>
          </a:p>
        </p:txBody>
      </p:sp>
      <p:sp>
        <p:nvSpPr>
          <p:cNvPr id="3" name="TextBox 2"/>
          <p:cNvSpPr txBox="1"/>
          <p:nvPr/>
        </p:nvSpPr>
        <p:spPr>
          <a:xfrm>
            <a:off x="548640" y="1691640"/>
            <a:ext cx="11091672" cy="457200"/>
          </a:xfrm>
          <a:prstGeom prst="rect">
            <a:avLst/>
          </a:prstGeom>
          <a:noFill/>
        </p:spPr>
        <p:txBody>
          <a:bodyPr wrap="square" anchor="t" lIns="0" rIns="0">
            <a:spAutoFit/>
          </a:bodyPr>
          <a:lstStyle/>
          <a:p>
            <a:pPr algn="l">
              <a:spcAft>
                <a:spcPts val="600"/>
              </a:spcAft>
            </a:pPr>
            <a:r>
              <a:rPr b="1" i="0" sz="1400">
                <a:solidFill>
                  <a:srgbClr val="6B6B6B"/>
                </a:solidFill>
                <a:latin typeface="Arial"/>
              </a:rPr>
              <a:t>Zin: </a:t>
            </a:r>
            <a:r>
              <a:rPr b="0" i="1" sz="1400">
                <a:solidFill>
                  <a:srgbClr val="6B6B6B"/>
                </a:solidFill>
                <a:latin typeface="Arial"/>
              </a:rPr>
              <a:t>“… it is considered that the bridging of the product applied for to the literature is not established.”</a:t>
            </a:r>
            <a:r>
              <a:rPr b="0" i="0" sz="1300">
                <a:solidFill>
                  <a:srgbClr val="6B6B6B"/>
                </a:solidFill>
                <a:latin typeface="Arial"/>
              </a:rPr>
              <a:t>   · echte output jev-1.13.0</a:t>
            </a:r>
          </a:p>
        </p:txBody>
      </p:sp>
      <p:sp>
        <p:nvSpPr>
          <p:cNvPr id="4" name="Uitkomst oordeel"/>
          <p:cNvSpPr/>
          <p:nvPr/>
        </p:nvSpPr>
        <p:spPr>
          <a:xfrm>
            <a:off x="548640" y="2240280"/>
            <a:ext cx="5422392" cy="297180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5" name="TextBox 4"/>
          <p:cNvSpPr txBox="1"/>
          <p:nvPr/>
        </p:nvSpPr>
        <p:spPr>
          <a:xfrm>
            <a:off x="822960" y="2377440"/>
            <a:ext cx="4937760" cy="457200"/>
          </a:xfrm>
          <a:prstGeom prst="rect">
            <a:avLst/>
          </a:prstGeom>
          <a:noFill/>
        </p:spPr>
        <p:txBody>
          <a:bodyPr wrap="square" anchor="t" lIns="0" rIns="0">
            <a:spAutoFit/>
          </a:bodyPr>
          <a:lstStyle/>
          <a:p>
            <a:pPr algn="l">
              <a:spcAft>
                <a:spcPts val="600"/>
              </a:spcAft>
            </a:pPr>
            <a:r>
              <a:rPr b="1" i="0" sz="1800">
                <a:solidFill>
                  <a:srgbClr val="00A0D2"/>
                </a:solidFill>
                <a:latin typeface="Courier New"/>
              </a:rPr>
              <a:t>oordeel</a:t>
            </a:r>
            <a:r>
              <a:rPr b="0" i="0" sz="1400">
                <a:solidFill>
                  <a:srgbClr val="6B6B6B"/>
                </a:solidFill>
                <a:latin typeface="Arial"/>
              </a:rPr>
              <a:t>   choice</a:t>
            </a:r>
          </a:p>
        </p:txBody>
      </p:sp>
      <p:sp>
        <p:nvSpPr>
          <p:cNvPr id="6" name="TextBox 5"/>
          <p:cNvSpPr txBox="1"/>
          <p:nvPr/>
        </p:nvSpPr>
        <p:spPr>
          <a:xfrm>
            <a:off x="822960" y="2834640"/>
            <a:ext cx="4937760" cy="411480"/>
          </a:xfrm>
          <a:prstGeom prst="rect">
            <a:avLst/>
          </a:prstGeom>
          <a:noFill/>
        </p:spPr>
        <p:txBody>
          <a:bodyPr wrap="square" anchor="t" lIns="0" rIns="0">
            <a:spAutoFit/>
          </a:bodyPr>
          <a:lstStyle/>
          <a:p>
            <a:pPr algn="l">
              <a:spcAft>
                <a:spcPts val="600"/>
              </a:spcAft>
            </a:pPr>
            <a:r>
              <a:rPr b="0" i="0" sz="1400">
                <a:solidFill>
                  <a:srgbClr val="6B6B6B"/>
                </a:solidFill>
                <a:latin typeface="Courier New"/>
              </a:rPr>
              <a:t>choice  </a:t>
            </a:r>
            <a:r>
              <a:rPr b="1" i="0" sz="2000">
                <a:solidFill>
                  <a:srgbClr val="EC0010"/>
                </a:solidFill>
                <a:latin typeface="Arial"/>
              </a:rPr>
              <a:t>negative</a:t>
            </a:r>
          </a:p>
        </p:txBody>
      </p:sp>
      <p:sp>
        <p:nvSpPr>
          <p:cNvPr id="7" name="TextBox 6"/>
          <p:cNvSpPr txBox="1"/>
          <p:nvPr/>
        </p:nvSpPr>
        <p:spPr>
          <a:xfrm>
            <a:off x="822960" y="3383280"/>
            <a:ext cx="1188720" cy="320040"/>
          </a:xfrm>
          <a:prstGeom prst="rect">
            <a:avLst/>
          </a:prstGeom>
          <a:noFill/>
        </p:spPr>
        <p:txBody>
          <a:bodyPr wrap="square" anchor="t" lIns="0" rIns="0">
            <a:spAutoFit/>
          </a:bodyPr>
          <a:lstStyle/>
          <a:p>
            <a:pPr algn="l">
              <a:spcAft>
                <a:spcPts val="600"/>
              </a:spcAft>
            </a:pPr>
            <a:r>
              <a:rPr b="0" i="0" sz="1300">
                <a:solidFill>
                  <a:srgbClr val="1E1E1E"/>
                </a:solidFill>
                <a:latin typeface="Courier New"/>
              </a:rPr>
              <a:t>positive</a:t>
            </a:r>
          </a:p>
        </p:txBody>
      </p:sp>
      <p:sp>
        <p:nvSpPr>
          <p:cNvPr id="8" name="Kans positive"/>
          <p:cNvSpPr/>
          <p:nvPr/>
        </p:nvSpPr>
        <p:spPr>
          <a:xfrm>
            <a:off x="2057400" y="3438144"/>
            <a:ext cx="36576" cy="21945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9" name="TextBox 8"/>
          <p:cNvSpPr txBox="1"/>
          <p:nvPr/>
        </p:nvSpPr>
        <p:spPr>
          <a:xfrm>
            <a:off x="2148840" y="3383280"/>
            <a:ext cx="7315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0,00</a:t>
            </a:r>
          </a:p>
        </p:txBody>
      </p:sp>
      <p:sp>
        <p:nvSpPr>
          <p:cNvPr id="10" name="TextBox 9"/>
          <p:cNvSpPr txBox="1"/>
          <p:nvPr/>
        </p:nvSpPr>
        <p:spPr>
          <a:xfrm>
            <a:off x="822960" y="3767328"/>
            <a:ext cx="1188720" cy="320040"/>
          </a:xfrm>
          <a:prstGeom prst="rect">
            <a:avLst/>
          </a:prstGeom>
          <a:noFill/>
        </p:spPr>
        <p:txBody>
          <a:bodyPr wrap="square" anchor="t" lIns="0" rIns="0">
            <a:spAutoFit/>
          </a:bodyPr>
          <a:lstStyle/>
          <a:p>
            <a:pPr algn="l">
              <a:spcAft>
                <a:spcPts val="600"/>
              </a:spcAft>
            </a:pPr>
            <a:r>
              <a:rPr b="0" i="0" sz="1300">
                <a:solidFill>
                  <a:srgbClr val="1E1E1E"/>
                </a:solidFill>
                <a:latin typeface="Courier New"/>
              </a:rPr>
              <a:t>negative</a:t>
            </a:r>
          </a:p>
        </p:txBody>
      </p:sp>
      <p:sp>
        <p:nvSpPr>
          <p:cNvPr id="11" name="Kans negative"/>
          <p:cNvSpPr/>
          <p:nvPr/>
        </p:nvSpPr>
        <p:spPr>
          <a:xfrm>
            <a:off x="2057400" y="3822191"/>
            <a:ext cx="2377440" cy="219456"/>
          </a:xfrm>
          <a:prstGeom prst="rect">
            <a:avLst/>
          </a:prstGeom>
          <a:solidFill>
            <a:srgbClr val="EC0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2" name="TextBox 11"/>
          <p:cNvSpPr txBox="1"/>
          <p:nvPr/>
        </p:nvSpPr>
        <p:spPr>
          <a:xfrm>
            <a:off x="4526280" y="3767328"/>
            <a:ext cx="7315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1,00</a:t>
            </a:r>
          </a:p>
        </p:txBody>
      </p:sp>
      <p:sp>
        <p:nvSpPr>
          <p:cNvPr id="13" name="TextBox 12"/>
          <p:cNvSpPr txBox="1"/>
          <p:nvPr/>
        </p:nvSpPr>
        <p:spPr>
          <a:xfrm>
            <a:off x="822960" y="4151376"/>
            <a:ext cx="1188720" cy="320040"/>
          </a:xfrm>
          <a:prstGeom prst="rect">
            <a:avLst/>
          </a:prstGeom>
          <a:noFill/>
        </p:spPr>
        <p:txBody>
          <a:bodyPr wrap="square" anchor="t" lIns="0" rIns="0">
            <a:spAutoFit/>
          </a:bodyPr>
          <a:lstStyle/>
          <a:p>
            <a:pPr algn="l">
              <a:spcAft>
                <a:spcPts val="600"/>
              </a:spcAft>
            </a:pPr>
            <a:r>
              <a:rPr b="0" i="0" sz="1300">
                <a:solidFill>
                  <a:srgbClr val="1E1E1E"/>
                </a:solidFill>
                <a:latin typeface="Courier New"/>
              </a:rPr>
              <a:t>neutral</a:t>
            </a:r>
          </a:p>
        </p:txBody>
      </p:sp>
      <p:sp>
        <p:nvSpPr>
          <p:cNvPr id="14" name="Kans neutral"/>
          <p:cNvSpPr/>
          <p:nvPr/>
        </p:nvSpPr>
        <p:spPr>
          <a:xfrm>
            <a:off x="2057400" y="4206240"/>
            <a:ext cx="36576" cy="21945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5" name="TextBox 14"/>
          <p:cNvSpPr txBox="1"/>
          <p:nvPr/>
        </p:nvSpPr>
        <p:spPr>
          <a:xfrm>
            <a:off x="2148840" y="4151376"/>
            <a:ext cx="7315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0,00</a:t>
            </a:r>
          </a:p>
        </p:txBody>
      </p:sp>
      <p:sp>
        <p:nvSpPr>
          <p:cNvPr id="16" name="TextBox 15"/>
          <p:cNvSpPr txBox="1"/>
          <p:nvPr/>
        </p:nvSpPr>
        <p:spPr>
          <a:xfrm>
            <a:off x="822960" y="4572000"/>
            <a:ext cx="4937760" cy="548640"/>
          </a:xfrm>
          <a:prstGeom prst="rect">
            <a:avLst/>
          </a:prstGeom>
          <a:noFill/>
        </p:spPr>
        <p:txBody>
          <a:bodyPr wrap="square" anchor="t" lIns="0" rIns="0">
            <a:spAutoFit/>
          </a:bodyPr>
          <a:lstStyle/>
          <a:p>
            <a:pPr algn="l">
              <a:spcAft>
                <a:spcPts val="600"/>
              </a:spcAft>
            </a:pPr>
            <a:r>
              <a:rPr b="1" i="0" sz="1400">
                <a:solidFill>
                  <a:srgbClr val="1E1E1E"/>
                </a:solidFill>
                <a:latin typeface="Arial"/>
              </a:rPr>
              <a:t>confidence 1,00 </a:t>
            </a:r>
            <a:r>
              <a:rPr b="0" i="0" sz="1300">
                <a:solidFill>
                  <a:srgbClr val="6B6B6B"/>
                </a:solidFill>
                <a:latin typeface="Arial"/>
              </a:rPr>
              <a:t>alle kans op één optie: Jev is zeker</a:t>
            </a:r>
          </a:p>
        </p:txBody>
      </p:sp>
      <p:sp>
        <p:nvSpPr>
          <p:cNvPr id="17" name="Uitkomst stelligheid"/>
          <p:cNvSpPr/>
          <p:nvPr/>
        </p:nvSpPr>
        <p:spPr>
          <a:xfrm>
            <a:off x="6217920" y="2240280"/>
            <a:ext cx="5422392" cy="297180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8" name="TextBox 17"/>
          <p:cNvSpPr txBox="1"/>
          <p:nvPr/>
        </p:nvSpPr>
        <p:spPr>
          <a:xfrm>
            <a:off x="6492240" y="2377440"/>
            <a:ext cx="4937760" cy="457200"/>
          </a:xfrm>
          <a:prstGeom prst="rect">
            <a:avLst/>
          </a:prstGeom>
          <a:noFill/>
        </p:spPr>
        <p:txBody>
          <a:bodyPr wrap="square" anchor="t" lIns="0" rIns="0">
            <a:spAutoFit/>
          </a:bodyPr>
          <a:lstStyle/>
          <a:p>
            <a:pPr algn="l">
              <a:spcAft>
                <a:spcPts val="600"/>
              </a:spcAft>
            </a:pPr>
            <a:r>
              <a:rPr b="1" i="0" sz="1800">
                <a:solidFill>
                  <a:srgbClr val="00A0D2"/>
                </a:solidFill>
                <a:latin typeface="Courier New"/>
              </a:rPr>
              <a:t>stelligheid</a:t>
            </a:r>
            <a:r>
              <a:rPr b="0" i="0" sz="1400">
                <a:solidFill>
                  <a:srgbClr val="6B6B6B"/>
                </a:solidFill>
                <a:latin typeface="Arial"/>
              </a:rPr>
              <a:t>   score</a:t>
            </a:r>
          </a:p>
        </p:txBody>
      </p:sp>
      <p:sp>
        <p:nvSpPr>
          <p:cNvPr id="19" name="TextBox 18"/>
          <p:cNvSpPr txBox="1"/>
          <p:nvPr/>
        </p:nvSpPr>
        <p:spPr>
          <a:xfrm>
            <a:off x="6492240" y="2834640"/>
            <a:ext cx="4937760" cy="411480"/>
          </a:xfrm>
          <a:prstGeom prst="rect">
            <a:avLst/>
          </a:prstGeom>
          <a:noFill/>
        </p:spPr>
        <p:txBody>
          <a:bodyPr wrap="square" anchor="t" lIns="0" rIns="0">
            <a:spAutoFit/>
          </a:bodyPr>
          <a:lstStyle/>
          <a:p>
            <a:pPr algn="l">
              <a:spcAft>
                <a:spcPts val="600"/>
              </a:spcAft>
            </a:pPr>
            <a:r>
              <a:rPr b="0" i="0" sz="1400">
                <a:solidFill>
                  <a:srgbClr val="6B6B6B"/>
                </a:solidFill>
                <a:latin typeface="Courier New"/>
              </a:rPr>
              <a:t>score  </a:t>
            </a:r>
            <a:r>
              <a:rPr b="1" i="0" sz="2000">
                <a:solidFill>
                  <a:srgbClr val="EC0010"/>
                </a:solidFill>
                <a:latin typeface="Arial"/>
              </a:rPr>
              <a:t>0,96</a:t>
            </a:r>
            <a:r>
              <a:rPr b="0" i="0" sz="1400">
                <a:solidFill>
                  <a:srgbClr val="6B6B6B"/>
                </a:solidFill>
                <a:latin typeface="Arial"/>
              </a:rPr>
              <a:t>  op de schaal 0–2</a:t>
            </a:r>
          </a:p>
        </p:txBody>
      </p:sp>
      <p:sp>
        <p:nvSpPr>
          <p:cNvPr id="20" name="TextBox 19"/>
          <p:cNvSpPr txBox="1"/>
          <p:nvPr/>
        </p:nvSpPr>
        <p:spPr>
          <a:xfrm>
            <a:off x="6492240" y="3383280"/>
            <a:ext cx="11887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0 Tentative</a:t>
            </a:r>
          </a:p>
        </p:txBody>
      </p:sp>
      <p:sp>
        <p:nvSpPr>
          <p:cNvPr id="21" name="Kans 0 Tentative"/>
          <p:cNvSpPr/>
          <p:nvPr/>
        </p:nvSpPr>
        <p:spPr>
          <a:xfrm>
            <a:off x="7726679" y="3438144"/>
            <a:ext cx="665683" cy="21945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22" name="TextBox 21"/>
          <p:cNvSpPr txBox="1"/>
          <p:nvPr/>
        </p:nvSpPr>
        <p:spPr>
          <a:xfrm>
            <a:off x="8483803" y="3383280"/>
            <a:ext cx="7315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0,28</a:t>
            </a:r>
          </a:p>
        </p:txBody>
      </p:sp>
      <p:sp>
        <p:nvSpPr>
          <p:cNvPr id="23" name="TextBox 22"/>
          <p:cNvSpPr txBox="1"/>
          <p:nvPr/>
        </p:nvSpPr>
        <p:spPr>
          <a:xfrm>
            <a:off x="6492240" y="3767328"/>
            <a:ext cx="11887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1 Qualified</a:t>
            </a:r>
          </a:p>
        </p:txBody>
      </p:sp>
      <p:sp>
        <p:nvSpPr>
          <p:cNvPr id="24" name="Kans 1 Qualified"/>
          <p:cNvSpPr/>
          <p:nvPr/>
        </p:nvSpPr>
        <p:spPr>
          <a:xfrm>
            <a:off x="7726679" y="3822191"/>
            <a:ext cx="1141171" cy="21945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25" name="TextBox 24"/>
          <p:cNvSpPr txBox="1"/>
          <p:nvPr/>
        </p:nvSpPr>
        <p:spPr>
          <a:xfrm>
            <a:off x="8959291" y="3767328"/>
            <a:ext cx="7315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0,48</a:t>
            </a:r>
          </a:p>
        </p:txBody>
      </p:sp>
      <p:sp>
        <p:nvSpPr>
          <p:cNvPr id="26" name="TextBox 25"/>
          <p:cNvSpPr txBox="1"/>
          <p:nvPr/>
        </p:nvSpPr>
        <p:spPr>
          <a:xfrm>
            <a:off x="6492240" y="4151376"/>
            <a:ext cx="11887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2 Firm</a:t>
            </a:r>
          </a:p>
        </p:txBody>
      </p:sp>
      <p:sp>
        <p:nvSpPr>
          <p:cNvPr id="27" name="Kans 2 Firm"/>
          <p:cNvSpPr/>
          <p:nvPr/>
        </p:nvSpPr>
        <p:spPr>
          <a:xfrm>
            <a:off x="7726679" y="4206240"/>
            <a:ext cx="570585" cy="21945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28" name="TextBox 27"/>
          <p:cNvSpPr txBox="1"/>
          <p:nvPr/>
        </p:nvSpPr>
        <p:spPr>
          <a:xfrm>
            <a:off x="8388705" y="4151376"/>
            <a:ext cx="731520" cy="320040"/>
          </a:xfrm>
          <a:prstGeom prst="rect">
            <a:avLst/>
          </a:prstGeom>
          <a:noFill/>
        </p:spPr>
        <p:txBody>
          <a:bodyPr wrap="square" anchor="t" lIns="0" rIns="0">
            <a:spAutoFit/>
          </a:bodyPr>
          <a:lstStyle/>
          <a:p>
            <a:pPr algn="l">
              <a:spcAft>
                <a:spcPts val="600"/>
              </a:spcAft>
            </a:pPr>
            <a:r>
              <a:rPr b="0" i="0" sz="1300">
                <a:solidFill>
                  <a:srgbClr val="1E1E1E"/>
                </a:solidFill>
                <a:latin typeface="Arial"/>
              </a:rPr>
              <a:t>0,24</a:t>
            </a:r>
          </a:p>
        </p:txBody>
      </p:sp>
      <p:sp>
        <p:nvSpPr>
          <p:cNvPr id="29" name="TextBox 28"/>
          <p:cNvSpPr txBox="1"/>
          <p:nvPr/>
        </p:nvSpPr>
        <p:spPr>
          <a:xfrm>
            <a:off x="6492240" y="4572000"/>
            <a:ext cx="4937760" cy="548640"/>
          </a:xfrm>
          <a:prstGeom prst="rect">
            <a:avLst/>
          </a:prstGeom>
          <a:noFill/>
        </p:spPr>
        <p:txBody>
          <a:bodyPr wrap="square" anchor="t" lIns="0" rIns="0">
            <a:spAutoFit/>
          </a:bodyPr>
          <a:lstStyle/>
          <a:p>
            <a:pPr algn="l">
              <a:spcAft>
                <a:spcPts val="600"/>
              </a:spcAft>
            </a:pPr>
            <a:r>
              <a:rPr b="1" i="0" sz="1400">
                <a:solidFill>
                  <a:srgbClr val="EC0010"/>
                </a:solidFill>
                <a:latin typeface="Arial"/>
              </a:rPr>
              <a:t>confidence 0,22 </a:t>
            </a:r>
            <a:r>
              <a:rPr b="0" i="0" sz="1300">
                <a:solidFill>
                  <a:srgbClr val="6B6B6B"/>
                </a:solidFill>
                <a:latin typeface="Arial"/>
              </a:rPr>
              <a:t>kans verspreid over alle niveaus: Jev twijfelt</a:t>
            </a:r>
          </a:p>
        </p:txBody>
      </p:sp>
      <p:sp>
        <p:nvSpPr>
          <p:cNvPr id="30" name="Conclusie"/>
          <p:cNvSpPr/>
          <p:nvPr/>
        </p:nvSpPr>
        <p:spPr>
          <a:xfrm>
            <a:off x="548640" y="5394960"/>
            <a:ext cx="11091672" cy="731520"/>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600"/>
              </a:spcAft>
            </a:pPr>
            <a:r>
              <a:rPr b="1" i="0" sz="1600">
                <a:solidFill>
                  <a:srgbClr val="FFFFFF"/>
                </a:solidFill>
                <a:latin typeface="Arial"/>
              </a:rPr>
              <a:t>Kort: </a:t>
            </a:r>
            <a:r>
              <a:rPr b="0" i="0" sz="1500">
                <a:solidFill>
                  <a:srgbClr val="FFFFFF"/>
                </a:solidFill>
                <a:latin typeface="Arial"/>
              </a:rPr>
              <a:t>zeker een negatief oordeel. Hoe stellig? Daar twijfelt Jev: 0,96 is een gemiddelde van twijfel, geen zeker ‘Qualified’.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RLCD: zo leert Jev kansen geven</a:t>
            </a:r>
          </a:p>
        </p:txBody>
      </p:sp>
      <p:sp>
        <p:nvSpPr>
          <p:cNvPr id="3" name="Letter R"/>
          <p:cNvSpPr/>
          <p:nvPr/>
        </p:nvSpPr>
        <p:spPr>
          <a:xfrm>
            <a:off x="548640" y="1828800"/>
            <a:ext cx="566928" cy="566928"/>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91440" bIns="91440"/>
          <a:lstStyle/>
          <a:p>
            <a:pPr algn="ctr">
              <a:spcAft>
                <a:spcPts val="0"/>
              </a:spcAft>
            </a:pPr>
            <a:r>
              <a:rPr b="1" i="0" sz="2200">
                <a:solidFill>
                  <a:srgbClr val="FFFFFF"/>
                </a:solidFill>
                <a:latin typeface="Arial"/>
              </a:rPr>
              <a:t>R</a:t>
            </a:r>
          </a:p>
        </p:txBody>
      </p:sp>
      <p:sp>
        <p:nvSpPr>
          <p:cNvPr id="4" name="TextBox 3"/>
          <p:cNvSpPr txBox="1"/>
          <p:nvPr/>
        </p:nvSpPr>
        <p:spPr>
          <a:xfrm>
            <a:off x="1298448" y="1810512"/>
            <a:ext cx="4206240" cy="640080"/>
          </a:xfrm>
          <a:prstGeom prst="rect">
            <a:avLst/>
          </a:prstGeom>
          <a:noFill/>
        </p:spPr>
        <p:txBody>
          <a:bodyPr wrap="square" anchor="t" lIns="0" rIns="0">
            <a:spAutoFit/>
          </a:bodyPr>
          <a:lstStyle/>
          <a:p>
            <a:pPr algn="l">
              <a:spcAft>
                <a:spcPts val="0"/>
              </a:spcAft>
            </a:pPr>
            <a:r>
              <a:rPr b="1" i="0" sz="1700">
                <a:solidFill>
                  <a:srgbClr val="1E1E1E"/>
                </a:solidFill>
                <a:latin typeface="Arial"/>
              </a:rPr>
              <a:t>Reinforcement</a:t>
            </a:r>
          </a:p>
          <a:p>
            <a:pPr algn="l">
              <a:spcAft>
                <a:spcPts val="0"/>
              </a:spcAft>
            </a:pPr>
            <a:r>
              <a:rPr b="0" i="0" sz="1400">
                <a:solidFill>
                  <a:srgbClr val="6B6B6B"/>
                </a:solidFill>
                <a:latin typeface="Arial"/>
              </a:rPr>
              <a:t>leren door beloning</a:t>
            </a:r>
          </a:p>
        </p:txBody>
      </p:sp>
      <p:sp>
        <p:nvSpPr>
          <p:cNvPr id="5" name="Letter L"/>
          <p:cNvSpPr/>
          <p:nvPr/>
        </p:nvSpPr>
        <p:spPr>
          <a:xfrm>
            <a:off x="548640" y="2578608"/>
            <a:ext cx="566928" cy="566928"/>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91440" bIns="91440"/>
          <a:lstStyle/>
          <a:p>
            <a:pPr algn="ctr">
              <a:spcAft>
                <a:spcPts val="0"/>
              </a:spcAft>
            </a:pPr>
            <a:r>
              <a:rPr b="1" i="0" sz="2200">
                <a:solidFill>
                  <a:srgbClr val="FFFFFF"/>
                </a:solidFill>
                <a:latin typeface="Arial"/>
              </a:rPr>
              <a:t>L</a:t>
            </a:r>
          </a:p>
        </p:txBody>
      </p:sp>
      <p:sp>
        <p:nvSpPr>
          <p:cNvPr id="6" name="TextBox 5"/>
          <p:cNvSpPr txBox="1"/>
          <p:nvPr/>
        </p:nvSpPr>
        <p:spPr>
          <a:xfrm>
            <a:off x="1298448" y="2560320"/>
            <a:ext cx="4206240" cy="640080"/>
          </a:xfrm>
          <a:prstGeom prst="rect">
            <a:avLst/>
          </a:prstGeom>
          <a:noFill/>
        </p:spPr>
        <p:txBody>
          <a:bodyPr wrap="square" anchor="t" lIns="0" rIns="0">
            <a:spAutoFit/>
          </a:bodyPr>
          <a:lstStyle/>
          <a:p>
            <a:pPr algn="l">
              <a:spcAft>
                <a:spcPts val="0"/>
              </a:spcAft>
            </a:pPr>
            <a:r>
              <a:rPr b="1" i="0" sz="1700">
                <a:solidFill>
                  <a:srgbClr val="1E1E1E"/>
                </a:solidFill>
                <a:latin typeface="Arial"/>
              </a:rPr>
              <a:t>Learning</a:t>
            </a:r>
          </a:p>
          <a:p>
            <a:pPr algn="l">
              <a:spcAft>
                <a:spcPts val="0"/>
              </a:spcAft>
            </a:pPr>
            <a:r>
              <a:rPr b="0" i="0" sz="1400">
                <a:solidFill>
                  <a:srgbClr val="6B6B6B"/>
                </a:solidFill>
                <a:latin typeface="Arial"/>
              </a:rPr>
              <a:t>het model past zich steeds aan</a:t>
            </a:r>
          </a:p>
        </p:txBody>
      </p:sp>
      <p:sp>
        <p:nvSpPr>
          <p:cNvPr id="7" name="Letter C"/>
          <p:cNvSpPr/>
          <p:nvPr/>
        </p:nvSpPr>
        <p:spPr>
          <a:xfrm>
            <a:off x="548640" y="3328415"/>
            <a:ext cx="566928" cy="566928"/>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91440" bIns="91440"/>
          <a:lstStyle/>
          <a:p>
            <a:pPr algn="ctr">
              <a:spcAft>
                <a:spcPts val="0"/>
              </a:spcAft>
            </a:pPr>
            <a:r>
              <a:rPr b="1" i="0" sz="2200">
                <a:solidFill>
                  <a:srgbClr val="FFFFFF"/>
                </a:solidFill>
                <a:latin typeface="Arial"/>
              </a:rPr>
              <a:t>C</a:t>
            </a:r>
          </a:p>
        </p:txBody>
      </p:sp>
      <p:sp>
        <p:nvSpPr>
          <p:cNvPr id="8" name="TextBox 7"/>
          <p:cNvSpPr txBox="1"/>
          <p:nvPr/>
        </p:nvSpPr>
        <p:spPr>
          <a:xfrm>
            <a:off x="1298448" y="3310127"/>
            <a:ext cx="4206240" cy="640080"/>
          </a:xfrm>
          <a:prstGeom prst="rect">
            <a:avLst/>
          </a:prstGeom>
          <a:noFill/>
        </p:spPr>
        <p:txBody>
          <a:bodyPr wrap="square" anchor="t" lIns="0" rIns="0">
            <a:spAutoFit/>
          </a:bodyPr>
          <a:lstStyle/>
          <a:p>
            <a:pPr algn="l">
              <a:spcAft>
                <a:spcPts val="0"/>
              </a:spcAft>
            </a:pPr>
            <a:r>
              <a:rPr b="1" i="0" sz="1700">
                <a:solidFill>
                  <a:srgbClr val="1E1E1E"/>
                </a:solidFill>
                <a:latin typeface="Arial"/>
              </a:rPr>
              <a:t>Calibrated</a:t>
            </a:r>
          </a:p>
          <a:p>
            <a:pPr algn="l">
              <a:spcAft>
                <a:spcPts val="0"/>
              </a:spcAft>
            </a:pPr>
            <a:r>
              <a:rPr b="0" i="0" sz="1400">
                <a:solidFill>
                  <a:srgbClr val="6B6B6B"/>
                </a:solidFill>
                <a:latin typeface="Arial"/>
              </a:rPr>
              <a:t>kansen die kloppen met de werkelijkheid</a:t>
            </a:r>
          </a:p>
        </p:txBody>
      </p:sp>
      <p:sp>
        <p:nvSpPr>
          <p:cNvPr id="9" name="Letter D"/>
          <p:cNvSpPr/>
          <p:nvPr/>
        </p:nvSpPr>
        <p:spPr>
          <a:xfrm>
            <a:off x="548640" y="4078224"/>
            <a:ext cx="566928" cy="566928"/>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91440" bIns="91440"/>
          <a:lstStyle/>
          <a:p>
            <a:pPr algn="ctr">
              <a:spcAft>
                <a:spcPts val="0"/>
              </a:spcAft>
            </a:pPr>
            <a:r>
              <a:rPr b="1" i="0" sz="2200">
                <a:solidFill>
                  <a:srgbClr val="FFFFFF"/>
                </a:solidFill>
                <a:latin typeface="Arial"/>
              </a:rPr>
              <a:t>D</a:t>
            </a:r>
          </a:p>
        </p:txBody>
      </p:sp>
      <p:sp>
        <p:nvSpPr>
          <p:cNvPr id="10" name="TextBox 9"/>
          <p:cNvSpPr txBox="1"/>
          <p:nvPr/>
        </p:nvSpPr>
        <p:spPr>
          <a:xfrm>
            <a:off x="1298448" y="4059936"/>
            <a:ext cx="4206240" cy="640080"/>
          </a:xfrm>
          <a:prstGeom prst="rect">
            <a:avLst/>
          </a:prstGeom>
          <a:noFill/>
        </p:spPr>
        <p:txBody>
          <a:bodyPr wrap="square" anchor="t" lIns="0" rIns="0">
            <a:spAutoFit/>
          </a:bodyPr>
          <a:lstStyle/>
          <a:p>
            <a:pPr algn="l">
              <a:spcAft>
                <a:spcPts val="0"/>
              </a:spcAft>
            </a:pPr>
            <a:r>
              <a:rPr b="1" i="0" sz="1700">
                <a:solidFill>
                  <a:srgbClr val="1E1E1E"/>
                </a:solidFill>
                <a:latin typeface="Arial"/>
              </a:rPr>
              <a:t>Decisions</a:t>
            </a:r>
          </a:p>
          <a:p>
            <a:pPr algn="l">
              <a:spcAft>
                <a:spcPts val="0"/>
              </a:spcAft>
            </a:pPr>
            <a:r>
              <a:rPr b="0" i="0" sz="1400">
                <a:solidFill>
                  <a:srgbClr val="6B6B6B"/>
                </a:solidFill>
                <a:latin typeface="Arial"/>
              </a:rPr>
              <a:t>een keuze uit opties, geen tekst</a:t>
            </a:r>
          </a:p>
        </p:txBody>
      </p:sp>
      <p:sp>
        <p:nvSpPr>
          <p:cNvPr id="11" name="Chatbots (RLHF)"/>
          <p:cNvSpPr/>
          <p:nvPr/>
        </p:nvSpPr>
        <p:spPr>
          <a:xfrm>
            <a:off x="6035040" y="1828800"/>
            <a:ext cx="5605272" cy="1353312"/>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2" name="TextBox 11"/>
          <p:cNvSpPr txBox="1"/>
          <p:nvPr/>
        </p:nvSpPr>
        <p:spPr>
          <a:xfrm>
            <a:off x="6309360" y="1938528"/>
            <a:ext cx="5120640" cy="411480"/>
          </a:xfrm>
          <a:prstGeom prst="rect">
            <a:avLst/>
          </a:prstGeom>
          <a:noFill/>
        </p:spPr>
        <p:txBody>
          <a:bodyPr wrap="square" anchor="t" lIns="0" rIns="0">
            <a:spAutoFit/>
          </a:bodyPr>
          <a:lstStyle/>
          <a:p>
            <a:pPr algn="l">
              <a:spcAft>
                <a:spcPts val="600"/>
              </a:spcAft>
            </a:pPr>
            <a:r>
              <a:rPr b="1" i="0" sz="1700">
                <a:solidFill>
                  <a:srgbClr val="6B6B6B"/>
                </a:solidFill>
                <a:latin typeface="Arial"/>
              </a:rPr>
              <a:t>Chatbots (RLHF)</a:t>
            </a:r>
          </a:p>
        </p:txBody>
      </p:sp>
      <p:sp>
        <p:nvSpPr>
          <p:cNvPr id="13" name="TextBox 12"/>
          <p:cNvSpPr txBox="1"/>
          <p:nvPr/>
        </p:nvSpPr>
        <p:spPr>
          <a:xfrm>
            <a:off x="6309360" y="2331720"/>
            <a:ext cx="5120640" cy="822960"/>
          </a:xfrm>
          <a:prstGeom prst="rect">
            <a:avLst/>
          </a:prstGeom>
          <a:noFill/>
        </p:spPr>
        <p:txBody>
          <a:bodyPr wrap="square" anchor="t" lIns="0" rIns="0">
            <a:spAutoFit/>
          </a:bodyPr>
          <a:lstStyle/>
          <a:p>
            <a:pPr algn="l">
              <a:spcAft>
                <a:spcPts val="200"/>
              </a:spcAft>
            </a:pPr>
            <a:r>
              <a:rPr b="0" i="0" sz="1100">
                <a:solidFill>
                  <a:srgbClr val="6B6B6B"/>
                </a:solidFill>
                <a:latin typeface="Arial"/>
              </a:rPr>
              <a:t>●  </a:t>
            </a:r>
            <a:r>
              <a:rPr b="0" i="0" sz="1400">
                <a:solidFill>
                  <a:srgbClr val="1E1E1E"/>
                </a:solidFill>
                <a:latin typeface="Arial"/>
              </a:rPr>
              <a:t>Beloond voor antwoorden die mensen prettig vinden</a:t>
            </a:r>
          </a:p>
          <a:p>
            <a:pPr algn="l">
              <a:spcAft>
                <a:spcPts val="200"/>
              </a:spcAft>
            </a:pPr>
            <a:r>
              <a:rPr b="0" i="0" sz="1100">
                <a:solidFill>
                  <a:srgbClr val="6B6B6B"/>
                </a:solidFill>
                <a:latin typeface="Arial"/>
              </a:rPr>
              <a:t>●  </a:t>
            </a:r>
            <a:r>
              <a:rPr b="0" i="0" sz="1400">
                <a:solidFill>
                  <a:srgbClr val="1E1E1E"/>
                </a:solidFill>
                <a:latin typeface="Arial"/>
              </a:rPr>
              <a:t>Risico: klinkt zeker, ook als het fout is</a:t>
            </a:r>
          </a:p>
        </p:txBody>
      </p:sp>
      <p:sp>
        <p:nvSpPr>
          <p:cNvPr id="14" name="Jev (RLCD)"/>
          <p:cNvSpPr/>
          <p:nvPr/>
        </p:nvSpPr>
        <p:spPr>
          <a:xfrm>
            <a:off x="6035040" y="3346704"/>
            <a:ext cx="5605272" cy="1353312"/>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5" name="TextBox 14"/>
          <p:cNvSpPr txBox="1"/>
          <p:nvPr/>
        </p:nvSpPr>
        <p:spPr>
          <a:xfrm>
            <a:off x="6309360" y="3456432"/>
            <a:ext cx="5120640" cy="411480"/>
          </a:xfrm>
          <a:prstGeom prst="rect">
            <a:avLst/>
          </a:prstGeom>
          <a:noFill/>
        </p:spPr>
        <p:txBody>
          <a:bodyPr wrap="square" anchor="t" lIns="0" rIns="0">
            <a:spAutoFit/>
          </a:bodyPr>
          <a:lstStyle/>
          <a:p>
            <a:pPr algn="l">
              <a:spcAft>
                <a:spcPts val="600"/>
              </a:spcAft>
            </a:pPr>
            <a:r>
              <a:rPr b="1" i="0" sz="1700">
                <a:solidFill>
                  <a:srgbClr val="00A0D2"/>
                </a:solidFill>
                <a:latin typeface="Arial"/>
              </a:rPr>
              <a:t>Jev (RLCD)</a:t>
            </a:r>
          </a:p>
        </p:txBody>
      </p:sp>
      <p:sp>
        <p:nvSpPr>
          <p:cNvPr id="16" name="TextBox 15"/>
          <p:cNvSpPr txBox="1"/>
          <p:nvPr/>
        </p:nvSpPr>
        <p:spPr>
          <a:xfrm>
            <a:off x="6309360" y="3849624"/>
            <a:ext cx="5120640" cy="822960"/>
          </a:xfrm>
          <a:prstGeom prst="rect">
            <a:avLst/>
          </a:prstGeom>
          <a:noFill/>
        </p:spPr>
        <p:txBody>
          <a:bodyPr wrap="square" anchor="t" lIns="0" rIns="0">
            <a:spAutoFit/>
          </a:bodyPr>
          <a:lstStyle/>
          <a:p>
            <a:pPr algn="l">
              <a:spcAft>
                <a:spcPts val="200"/>
              </a:spcAft>
            </a:pPr>
            <a:r>
              <a:rPr b="0" i="0" sz="1100">
                <a:solidFill>
                  <a:srgbClr val="00A0D2"/>
                </a:solidFill>
                <a:latin typeface="Arial"/>
              </a:rPr>
              <a:t>●  </a:t>
            </a:r>
            <a:r>
              <a:rPr b="0" i="0" sz="1400">
                <a:solidFill>
                  <a:srgbClr val="1E1E1E"/>
                </a:solidFill>
                <a:latin typeface="Arial"/>
              </a:rPr>
              <a:t>Beloond als de kans klopt met hoe vaak het gelijk heeft</a:t>
            </a:r>
          </a:p>
          <a:p>
            <a:pPr algn="l">
              <a:spcAft>
                <a:spcPts val="200"/>
              </a:spcAft>
            </a:pPr>
            <a:r>
              <a:rPr b="0" i="0" sz="1100">
                <a:solidFill>
                  <a:srgbClr val="00A0D2"/>
                </a:solidFill>
                <a:latin typeface="Arial"/>
              </a:rPr>
              <a:t>●  </a:t>
            </a:r>
            <a:r>
              <a:rPr b="0" i="0" sz="1400">
                <a:solidFill>
                  <a:srgbClr val="1E1E1E"/>
                </a:solidFill>
                <a:latin typeface="Arial"/>
              </a:rPr>
              <a:t>Doel: 0,8 betekent ook echt ± 80% juist</a:t>
            </a:r>
          </a:p>
        </p:txBody>
      </p:sp>
      <p:sp>
        <p:nvSpPr>
          <p:cNvPr id="17" name="Weerbericht"/>
          <p:cNvSpPr/>
          <p:nvPr/>
        </p:nvSpPr>
        <p:spPr>
          <a:xfrm>
            <a:off x="548640" y="5029200"/>
            <a:ext cx="11091672" cy="105156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91440" bIns="91440"/>
          <a:lstStyle/>
          <a:p>
            <a:pPr algn="l">
              <a:spcAft>
                <a:spcPts val="600"/>
              </a:spcAft>
            </a:pPr>
            <a:r>
              <a:rPr b="1" i="0" sz="1500">
                <a:solidFill>
                  <a:srgbClr val="EC0010"/>
                </a:solidFill>
                <a:latin typeface="Arial"/>
              </a:rPr>
              <a:t>Vergelijk het met een weerbericht  </a:t>
            </a:r>
            <a:r>
              <a:rPr b="0" i="0" sz="1400">
                <a:solidFill>
                  <a:srgbClr val="1E1E1E"/>
                </a:solidFill>
                <a:latin typeface="Arial"/>
              </a:rPr>
              <a:t>Van alle dagen met 70% regenkans zou het op ongeveer 70% van die dagen moeten regenen. Dat zegt niets over of het mórgen regent. Zo ook bij Jev: kloppend over veel antwoorden, geen garantie voor één antwoord.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Waar baseert Jev zijn antwoord op?</a:t>
            </a:r>
          </a:p>
        </p:txBody>
      </p:sp>
      <p:sp>
        <p:nvSpPr>
          <p:cNvPr id="3" name="Stap Jouw input"/>
          <p:cNvSpPr/>
          <p:nvPr/>
        </p:nvSpPr>
        <p:spPr>
          <a:xfrm>
            <a:off x="548640" y="1874519"/>
            <a:ext cx="3429000" cy="17373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spcAft>
                <a:spcPts val="400"/>
              </a:spcAft>
            </a:pPr>
            <a:r>
              <a:rPr b="1" i="0" sz="1800">
                <a:solidFill>
                  <a:srgbClr val="1E1E1E"/>
                </a:solidFill>
                <a:latin typeface="Arial"/>
              </a:rPr>
              <a:t>Jouw input</a:t>
            </a:r>
          </a:p>
          <a:p>
            <a:pPr algn="l">
              <a:spcAft>
                <a:spcPts val="400"/>
              </a:spcAft>
            </a:pPr>
            <a:r>
              <a:rPr b="0" i="0" sz="1400">
                <a:solidFill>
                  <a:srgbClr val="1E1E1E"/>
                </a:solidFill>
                <a:latin typeface="Arial"/>
              </a:rPr>
              <a:t>Alleen de state en jouw vraag met opties. Geen dossierkennis daarbuiten, geen internet.</a:t>
            </a:r>
          </a:p>
        </p:txBody>
      </p:sp>
      <p:cxnSp>
        <p:nvCxnSpPr>
          <p:cNvPr id="4" name="Connector 3"/>
          <p:cNvCxnSpPr/>
          <p:nvPr/>
        </p:nvCxnSpPr>
        <p:spPr>
          <a:xfrm>
            <a:off x="4032503" y="2743200"/>
            <a:ext cx="292609"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Stap Het model"/>
          <p:cNvSpPr/>
          <p:nvPr/>
        </p:nvSpPr>
        <p:spPr>
          <a:xfrm>
            <a:off x="4379976" y="1874519"/>
            <a:ext cx="3429000" cy="1737360"/>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spcAft>
                <a:spcPts val="400"/>
              </a:spcAft>
            </a:pPr>
            <a:r>
              <a:rPr b="1" i="0" sz="1800">
                <a:solidFill>
                  <a:srgbClr val="FFFFFF"/>
                </a:solidFill>
                <a:latin typeface="Arial"/>
              </a:rPr>
              <a:t>Het model</a:t>
            </a:r>
          </a:p>
          <a:p>
            <a:pPr algn="l">
              <a:spcAft>
                <a:spcPts val="400"/>
              </a:spcAft>
            </a:pPr>
            <a:r>
              <a:rPr b="0" i="0" sz="1400">
                <a:solidFill>
                  <a:srgbClr val="FFFFFF"/>
                </a:solidFill>
                <a:latin typeface="Arial"/>
              </a:rPr>
              <a:t>Getraind door TypeSafe met RLCD: kansen afgestemd op hoe vaak antwoorden juist bleken.</a:t>
            </a:r>
          </a:p>
        </p:txBody>
      </p:sp>
      <p:cxnSp>
        <p:nvCxnSpPr>
          <p:cNvPr id="6" name="Connector 5"/>
          <p:cNvCxnSpPr/>
          <p:nvPr/>
        </p:nvCxnSpPr>
        <p:spPr>
          <a:xfrm>
            <a:off x="7863840" y="2743200"/>
            <a:ext cx="292607" cy="0"/>
          </a:xfrm>
          <a:prstGeom prst="line">
            <a:avLst/>
          </a:prstGeom>
          <a:ln w="317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Stap Kansverdeling"/>
          <p:cNvSpPr/>
          <p:nvPr/>
        </p:nvSpPr>
        <p:spPr>
          <a:xfrm>
            <a:off x="8211312" y="1874519"/>
            <a:ext cx="3429000" cy="17373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91440" bIns="91440"/>
          <a:lstStyle/>
          <a:p>
            <a:pPr algn="l">
              <a:spcAft>
                <a:spcPts val="400"/>
              </a:spcAft>
            </a:pPr>
            <a:r>
              <a:rPr b="1" i="0" sz="1800">
                <a:solidFill>
                  <a:srgbClr val="1E1E1E"/>
                </a:solidFill>
                <a:latin typeface="Arial"/>
              </a:rPr>
              <a:t>Kansverdeling</a:t>
            </a:r>
          </a:p>
          <a:p>
            <a:pPr algn="l">
              <a:spcAft>
                <a:spcPts val="400"/>
              </a:spcAft>
            </a:pPr>
            <a:r>
              <a:rPr b="0" i="0" sz="1400">
                <a:solidFill>
                  <a:srgbClr val="1E1E1E"/>
                </a:solidFill>
                <a:latin typeface="Arial"/>
              </a:rPr>
              <a:t>Over jóuw opties of niveaus. Daaruit volgen choice, score en confidence.</a:t>
            </a:r>
          </a:p>
        </p:txBody>
      </p:sp>
      <p:sp>
        <p:nvSpPr>
          <p:cNvPr id="8" name="Black box"/>
          <p:cNvSpPr/>
          <p:nvPr/>
        </p:nvSpPr>
        <p:spPr>
          <a:xfrm>
            <a:off x="548640" y="3931920"/>
            <a:ext cx="11091672" cy="201168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600"/>
              </a:spcAft>
            </a:pPr>
            <a:r>
              <a:rPr b="1" i="0" sz="1800">
                <a:solidFill>
                  <a:srgbClr val="EC0010"/>
                </a:solidFill>
                <a:latin typeface="Arial"/>
              </a:rPr>
              <a:t>Wat we níet weten</a:t>
            </a:r>
          </a:p>
          <a:p>
            <a:pPr algn="l">
              <a:spcAft>
                <a:spcPts val="600"/>
              </a:spcAft>
            </a:pPr>
            <a:r>
              <a:rPr b="0" i="0" sz="1200">
                <a:solidFill>
                  <a:srgbClr val="EC0010"/>
                </a:solidFill>
                <a:latin typeface="Arial"/>
              </a:rPr>
              <a:t>●  </a:t>
            </a:r>
            <a:r>
              <a:rPr b="0" i="0" sz="1500">
                <a:solidFill>
                  <a:srgbClr val="1E1E1E"/>
                </a:solidFill>
                <a:latin typeface="Arial"/>
              </a:rPr>
              <a:t>Architectuur en gewichten zijn niet openbaar</a:t>
            </a:r>
          </a:p>
          <a:p>
            <a:pPr algn="l">
              <a:spcAft>
                <a:spcPts val="600"/>
              </a:spcAft>
            </a:pPr>
            <a:r>
              <a:rPr b="0" i="0" sz="1200">
                <a:solidFill>
                  <a:srgbClr val="EC0010"/>
                </a:solidFill>
                <a:latin typeface="Arial"/>
              </a:rPr>
              <a:t>●  </a:t>
            </a:r>
            <a:r>
              <a:rPr b="0" i="0" sz="1500">
                <a:solidFill>
                  <a:srgbClr val="1E1E1E"/>
                </a:solidFill>
                <a:latin typeface="Arial"/>
              </a:rPr>
              <a:t>Op welke data Jev getraind is, en dus of jouw soort tekst erin zat</a:t>
            </a:r>
          </a:p>
          <a:p>
            <a:pPr algn="l">
              <a:spcAft>
                <a:spcPts val="600"/>
              </a:spcAft>
            </a:pPr>
            <a:r>
              <a:rPr b="0" i="0" sz="1200">
                <a:solidFill>
                  <a:srgbClr val="EC0010"/>
                </a:solidFill>
                <a:latin typeface="Arial"/>
              </a:rPr>
              <a:t>●  </a:t>
            </a:r>
            <a:r>
              <a:rPr b="0" i="0" sz="1500">
                <a:solidFill>
                  <a:srgbClr val="1E1E1E"/>
                </a:solidFill>
                <a:latin typeface="Arial"/>
              </a:rPr>
              <a:t>Waarom Jev een antwoord kiest: het geeft geen redenering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Betrouwbaar? Wat betekent dat?</a:t>
            </a:r>
          </a:p>
        </p:txBody>
      </p:sp>
      <p:sp>
        <p:nvSpPr>
          <p:cNvPr id="3" name="Gekalibreerd betekent"/>
          <p:cNvSpPr/>
          <p:nvPr/>
        </p:nvSpPr>
        <p:spPr>
          <a:xfrm>
            <a:off x="548640" y="1828800"/>
            <a:ext cx="5422392" cy="182880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TextBox 3"/>
          <p:cNvSpPr txBox="1"/>
          <p:nvPr/>
        </p:nvSpPr>
        <p:spPr>
          <a:xfrm>
            <a:off x="822959" y="1965960"/>
            <a:ext cx="4937760" cy="457200"/>
          </a:xfrm>
          <a:prstGeom prst="rect">
            <a:avLst/>
          </a:prstGeom>
          <a:noFill/>
        </p:spPr>
        <p:txBody>
          <a:bodyPr wrap="square" anchor="t" lIns="0" rIns="0">
            <a:spAutoFit/>
          </a:bodyPr>
          <a:lstStyle/>
          <a:p>
            <a:pPr algn="l">
              <a:spcAft>
                <a:spcPts val="600"/>
              </a:spcAft>
            </a:pPr>
            <a:r>
              <a:rPr b="1" i="0" sz="1800">
                <a:solidFill>
                  <a:srgbClr val="00A0D2"/>
                </a:solidFill>
                <a:latin typeface="Arial"/>
              </a:rPr>
              <a:t>Gekalibreerd betekent</a:t>
            </a:r>
          </a:p>
        </p:txBody>
      </p:sp>
      <p:sp>
        <p:nvSpPr>
          <p:cNvPr id="5" name="TextBox 4"/>
          <p:cNvSpPr txBox="1"/>
          <p:nvPr/>
        </p:nvSpPr>
        <p:spPr>
          <a:xfrm>
            <a:off x="822959" y="2468880"/>
            <a:ext cx="4937760" cy="1188720"/>
          </a:xfrm>
          <a:prstGeom prst="rect">
            <a:avLst/>
          </a:prstGeom>
          <a:noFill/>
        </p:spPr>
        <p:txBody>
          <a:bodyPr wrap="square" anchor="t" lIns="0" rIns="0">
            <a:spAutoFit/>
          </a:bodyPr>
          <a:lstStyle/>
          <a:p>
            <a:pPr algn="l">
              <a:spcAft>
                <a:spcPts val="600"/>
              </a:spcAft>
            </a:pPr>
            <a:r>
              <a:rPr b="0" i="0" sz="1200">
                <a:solidFill>
                  <a:srgbClr val="00A0D2"/>
                </a:solidFill>
                <a:latin typeface="Arial"/>
              </a:rPr>
              <a:t>●  </a:t>
            </a:r>
            <a:r>
              <a:rPr b="0" i="0" sz="1500">
                <a:solidFill>
                  <a:srgbClr val="1E1E1E"/>
                </a:solidFill>
                <a:latin typeface="Arial"/>
              </a:rPr>
              <a:t>Van álle antwoorden met kans 0,8 is ongeveer 80% juist</a:t>
            </a:r>
          </a:p>
          <a:p>
            <a:pPr algn="l">
              <a:spcAft>
                <a:spcPts val="600"/>
              </a:spcAft>
            </a:pPr>
            <a:r>
              <a:rPr b="0" i="0" sz="1200">
                <a:solidFill>
                  <a:srgbClr val="00A0D2"/>
                </a:solidFill>
                <a:latin typeface="Arial"/>
              </a:rPr>
              <a:t>●  </a:t>
            </a:r>
            <a:r>
              <a:rPr b="0" i="0" sz="1500">
                <a:solidFill>
                  <a:srgbClr val="1E1E1E"/>
                </a:solidFill>
                <a:latin typeface="Arial"/>
              </a:rPr>
              <a:t>Een groepseigenschap, gemeten op testsets</a:t>
            </a:r>
          </a:p>
        </p:txBody>
      </p:sp>
      <p:sp>
        <p:nvSpPr>
          <p:cNvPr id="6" name="Het betekent níet"/>
          <p:cNvSpPr/>
          <p:nvPr/>
        </p:nvSpPr>
        <p:spPr>
          <a:xfrm>
            <a:off x="6217920" y="1828800"/>
            <a:ext cx="5422392" cy="182880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7" name="TextBox 6"/>
          <p:cNvSpPr txBox="1"/>
          <p:nvPr/>
        </p:nvSpPr>
        <p:spPr>
          <a:xfrm>
            <a:off x="6492240" y="1965960"/>
            <a:ext cx="4937760" cy="457200"/>
          </a:xfrm>
          <a:prstGeom prst="rect">
            <a:avLst/>
          </a:prstGeom>
          <a:noFill/>
        </p:spPr>
        <p:txBody>
          <a:bodyPr wrap="square" anchor="t" lIns="0" rIns="0">
            <a:spAutoFit/>
          </a:bodyPr>
          <a:lstStyle/>
          <a:p>
            <a:pPr algn="l">
              <a:spcAft>
                <a:spcPts val="600"/>
              </a:spcAft>
            </a:pPr>
            <a:r>
              <a:rPr b="1" i="0" sz="1800">
                <a:solidFill>
                  <a:srgbClr val="EC0010"/>
                </a:solidFill>
                <a:latin typeface="Arial"/>
              </a:rPr>
              <a:t>Het betekent níet</a:t>
            </a:r>
          </a:p>
        </p:txBody>
      </p:sp>
      <p:sp>
        <p:nvSpPr>
          <p:cNvPr id="8" name="TextBox 7"/>
          <p:cNvSpPr txBox="1"/>
          <p:nvPr/>
        </p:nvSpPr>
        <p:spPr>
          <a:xfrm>
            <a:off x="6492240" y="2468880"/>
            <a:ext cx="4937760" cy="1188720"/>
          </a:xfrm>
          <a:prstGeom prst="rect">
            <a:avLst/>
          </a:prstGeom>
          <a:noFill/>
        </p:spPr>
        <p:txBody>
          <a:bodyPr wrap="square" anchor="t" lIns="0" rIns="0">
            <a:spAutoFit/>
          </a:bodyPr>
          <a:lstStyle/>
          <a:p>
            <a:pPr algn="l">
              <a:spcAft>
                <a:spcPts val="600"/>
              </a:spcAft>
            </a:pPr>
            <a:r>
              <a:rPr b="0" i="0" sz="1200">
                <a:solidFill>
                  <a:srgbClr val="EC0010"/>
                </a:solidFill>
                <a:latin typeface="Arial"/>
              </a:rPr>
              <a:t>●  </a:t>
            </a:r>
            <a:r>
              <a:rPr b="0" i="0" sz="1500">
                <a:solidFill>
                  <a:srgbClr val="1E1E1E"/>
                </a:solidFill>
                <a:latin typeface="Arial"/>
              </a:rPr>
              <a:t>Dat dít antwoord juist is</a:t>
            </a:r>
          </a:p>
          <a:p>
            <a:pPr algn="l">
              <a:spcAft>
                <a:spcPts val="600"/>
              </a:spcAft>
            </a:pPr>
            <a:r>
              <a:rPr b="0" i="0" sz="1200">
                <a:solidFill>
                  <a:srgbClr val="EC0010"/>
                </a:solidFill>
                <a:latin typeface="Arial"/>
              </a:rPr>
              <a:t>●  </a:t>
            </a:r>
            <a:r>
              <a:rPr b="0" i="0" sz="1500">
                <a:solidFill>
                  <a:srgbClr val="1E1E1E"/>
                </a:solidFill>
                <a:latin typeface="Arial"/>
              </a:rPr>
              <a:t>Dat het ook op jouw tekst geldt: niemand heeft Jev getest op CBG-rapporten</a:t>
            </a:r>
          </a:p>
        </p:txBody>
      </p:sp>
      <p:sp>
        <p:nvSpPr>
          <p:cNvPr id="9" name="TextBox 8"/>
          <p:cNvSpPr txBox="1"/>
          <p:nvPr/>
        </p:nvSpPr>
        <p:spPr>
          <a:xfrm>
            <a:off x="548640" y="3886200"/>
            <a:ext cx="3538728" cy="685800"/>
          </a:xfrm>
          <a:prstGeom prst="rect">
            <a:avLst/>
          </a:prstGeom>
          <a:noFill/>
        </p:spPr>
        <p:txBody>
          <a:bodyPr wrap="square" anchor="t" lIns="0" rIns="0">
            <a:spAutoFit/>
          </a:bodyPr>
          <a:lstStyle/>
          <a:p>
            <a:pPr algn="l">
              <a:spcAft>
                <a:spcPts val="600"/>
              </a:spcAft>
            </a:pPr>
            <a:r>
              <a:rPr b="1" i="0" sz="3600">
                <a:solidFill>
                  <a:srgbClr val="00A0D2"/>
                </a:solidFill>
                <a:latin typeface="Arial"/>
              </a:rPr>
              <a:t>95–99%</a:t>
            </a:r>
          </a:p>
        </p:txBody>
      </p:sp>
      <p:sp>
        <p:nvSpPr>
          <p:cNvPr id="10" name="TextBox 9"/>
          <p:cNvSpPr txBox="1"/>
          <p:nvPr/>
        </p:nvSpPr>
        <p:spPr>
          <a:xfrm>
            <a:off x="548640" y="4572000"/>
            <a:ext cx="3538728" cy="640080"/>
          </a:xfrm>
          <a:prstGeom prst="rect">
            <a:avLst/>
          </a:prstGeom>
          <a:noFill/>
        </p:spPr>
        <p:txBody>
          <a:bodyPr wrap="square" anchor="t" lIns="0" rIns="0">
            <a:spAutoFit/>
          </a:bodyPr>
          <a:lstStyle/>
          <a:p>
            <a:pPr algn="l">
              <a:spcAft>
                <a:spcPts val="0"/>
              </a:spcAft>
            </a:pPr>
            <a:r>
              <a:rPr b="0" i="0" sz="1500">
                <a:solidFill>
                  <a:srgbClr val="1E1E1E"/>
                </a:solidFill>
                <a:latin typeface="Arial"/>
              </a:rPr>
              <a:t>goed op standaard-benchmarks</a:t>
            </a:r>
          </a:p>
          <a:p>
            <a:pPr algn="l">
              <a:spcAft>
                <a:spcPts val="0"/>
              </a:spcAft>
            </a:pPr>
            <a:r>
              <a:rPr b="0" i="0" sz="1200">
                <a:solidFill>
                  <a:srgbClr val="6B6B6B"/>
                </a:solidFill>
                <a:latin typeface="Arial"/>
              </a:rPr>
              <a:t>Deußer e.a., 2026</a:t>
            </a:r>
          </a:p>
        </p:txBody>
      </p:sp>
      <p:sp>
        <p:nvSpPr>
          <p:cNvPr id="11" name="TextBox 10"/>
          <p:cNvSpPr txBox="1"/>
          <p:nvPr/>
        </p:nvSpPr>
        <p:spPr>
          <a:xfrm>
            <a:off x="4325112" y="3886200"/>
            <a:ext cx="3538728" cy="685800"/>
          </a:xfrm>
          <a:prstGeom prst="rect">
            <a:avLst/>
          </a:prstGeom>
          <a:noFill/>
        </p:spPr>
        <p:txBody>
          <a:bodyPr wrap="square" anchor="t" lIns="0" rIns="0">
            <a:spAutoFit/>
          </a:bodyPr>
          <a:lstStyle/>
          <a:p>
            <a:pPr algn="l">
              <a:spcAft>
                <a:spcPts val="600"/>
              </a:spcAft>
            </a:pPr>
            <a:r>
              <a:rPr b="1" i="0" sz="3600">
                <a:solidFill>
                  <a:srgbClr val="EC0010"/>
                </a:solidFill>
                <a:latin typeface="Arial"/>
              </a:rPr>
              <a:t>62–87%</a:t>
            </a:r>
          </a:p>
        </p:txBody>
      </p:sp>
      <p:sp>
        <p:nvSpPr>
          <p:cNvPr id="12" name="TextBox 11"/>
          <p:cNvSpPr txBox="1"/>
          <p:nvPr/>
        </p:nvSpPr>
        <p:spPr>
          <a:xfrm>
            <a:off x="4325112" y="4572000"/>
            <a:ext cx="3538728" cy="640080"/>
          </a:xfrm>
          <a:prstGeom prst="rect">
            <a:avLst/>
          </a:prstGeom>
          <a:noFill/>
        </p:spPr>
        <p:txBody>
          <a:bodyPr wrap="square" anchor="t" lIns="0" rIns="0">
            <a:spAutoFit/>
          </a:bodyPr>
          <a:lstStyle/>
          <a:p>
            <a:pPr algn="l">
              <a:spcAft>
                <a:spcPts val="0"/>
              </a:spcAft>
            </a:pPr>
            <a:r>
              <a:rPr b="0" i="0" sz="1500">
                <a:solidFill>
                  <a:srgbClr val="1E1E1E"/>
                </a:solidFill>
                <a:latin typeface="Arial"/>
              </a:rPr>
              <a:t>goed op praktijktaken</a:t>
            </a:r>
          </a:p>
          <a:p>
            <a:pPr algn="l">
              <a:spcAft>
                <a:spcPts val="0"/>
              </a:spcAft>
            </a:pPr>
            <a:r>
              <a:rPr b="0" i="0" sz="1200">
                <a:solidFill>
                  <a:srgbClr val="6B6B6B"/>
                </a:solidFill>
                <a:latin typeface="Arial"/>
              </a:rPr>
              <a:t>overzicht InfiniSynapse</a:t>
            </a:r>
          </a:p>
        </p:txBody>
      </p:sp>
      <p:sp>
        <p:nvSpPr>
          <p:cNvPr id="13" name="TextBox 12"/>
          <p:cNvSpPr txBox="1"/>
          <p:nvPr/>
        </p:nvSpPr>
        <p:spPr>
          <a:xfrm>
            <a:off x="8101583" y="3886200"/>
            <a:ext cx="3538728" cy="685800"/>
          </a:xfrm>
          <a:prstGeom prst="rect">
            <a:avLst/>
          </a:prstGeom>
          <a:noFill/>
        </p:spPr>
        <p:txBody>
          <a:bodyPr wrap="square" anchor="t" lIns="0" rIns="0">
            <a:spAutoFit/>
          </a:bodyPr>
          <a:lstStyle/>
          <a:p>
            <a:pPr algn="l">
              <a:spcAft>
                <a:spcPts val="600"/>
              </a:spcAft>
            </a:pPr>
            <a:r>
              <a:rPr b="1" i="0" sz="3600">
                <a:solidFill>
                  <a:srgbClr val="EC0010"/>
                </a:solidFill>
                <a:latin typeface="Arial"/>
              </a:rPr>
              <a:t>17</a:t>
            </a:r>
          </a:p>
        </p:txBody>
      </p:sp>
      <p:sp>
        <p:nvSpPr>
          <p:cNvPr id="14" name="TextBox 13"/>
          <p:cNvSpPr txBox="1"/>
          <p:nvPr/>
        </p:nvSpPr>
        <p:spPr>
          <a:xfrm>
            <a:off x="8101583" y="4572000"/>
            <a:ext cx="3538728" cy="640080"/>
          </a:xfrm>
          <a:prstGeom prst="rect">
            <a:avLst/>
          </a:prstGeom>
          <a:noFill/>
        </p:spPr>
        <p:txBody>
          <a:bodyPr wrap="square" anchor="t" lIns="0" rIns="0">
            <a:spAutoFit/>
          </a:bodyPr>
          <a:lstStyle/>
          <a:p>
            <a:pPr algn="l">
              <a:spcAft>
                <a:spcPts val="0"/>
              </a:spcAft>
            </a:pPr>
            <a:r>
              <a:rPr b="0" i="0" sz="1500">
                <a:solidFill>
                  <a:srgbClr val="1E1E1E"/>
                </a:solidFill>
                <a:latin typeface="Arial"/>
              </a:rPr>
              <a:t>fouten met confidence ≥ 0,90</a:t>
            </a:r>
          </a:p>
          <a:p>
            <a:pPr algn="l">
              <a:spcAft>
                <a:spcPts val="0"/>
              </a:spcAft>
            </a:pPr>
            <a:r>
              <a:rPr b="0" i="0" sz="1200">
                <a:solidFill>
                  <a:srgbClr val="6B6B6B"/>
                </a:solidFill>
                <a:latin typeface="Arial"/>
              </a:rPr>
              <a:t>twee routeringstaken</a:t>
            </a:r>
          </a:p>
        </p:txBody>
      </p:sp>
      <p:sp>
        <p:nvSpPr>
          <p:cNvPr id="15" name="Dus"/>
          <p:cNvSpPr/>
          <p:nvPr/>
        </p:nvSpPr>
        <p:spPr>
          <a:xfrm>
            <a:off x="548640" y="5440680"/>
            <a:ext cx="11091672" cy="685800"/>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600"/>
              </a:spcAft>
            </a:pPr>
            <a:r>
              <a:rPr b="1" i="0" sz="1600">
                <a:solidFill>
                  <a:srgbClr val="FFFFFF"/>
                </a:solidFill>
                <a:latin typeface="Arial"/>
              </a:rPr>
              <a:t>Dus: </a:t>
            </a:r>
            <a:r>
              <a:rPr b="0" i="0" sz="1500">
                <a:solidFill>
                  <a:srgbClr val="FFFFFF"/>
                </a:solidFill>
                <a:latin typeface="Arial"/>
              </a:rPr>
              <a:t>valideer zelf. Codeer een steekproef met de hand en vergelijk met Jev (Cohen's 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Waar Jev goed in is, en waar niet</a:t>
            </a:r>
          </a:p>
        </p:txBody>
      </p:sp>
      <p:sp>
        <p:nvSpPr>
          <p:cNvPr id="3" name="Sterk in"/>
          <p:cNvSpPr/>
          <p:nvPr/>
        </p:nvSpPr>
        <p:spPr>
          <a:xfrm>
            <a:off x="548640" y="1874519"/>
            <a:ext cx="5422392" cy="416052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TextBox 3"/>
          <p:cNvSpPr txBox="1"/>
          <p:nvPr/>
        </p:nvSpPr>
        <p:spPr>
          <a:xfrm>
            <a:off x="868680" y="2057400"/>
            <a:ext cx="4846320" cy="548640"/>
          </a:xfrm>
          <a:prstGeom prst="rect">
            <a:avLst/>
          </a:prstGeom>
          <a:noFill/>
        </p:spPr>
        <p:txBody>
          <a:bodyPr wrap="square" anchor="t" lIns="0" rIns="0">
            <a:spAutoFit/>
          </a:bodyPr>
          <a:lstStyle/>
          <a:p>
            <a:pPr algn="l">
              <a:spcAft>
                <a:spcPts val="600"/>
              </a:spcAft>
            </a:pPr>
            <a:r>
              <a:rPr b="1" i="0" sz="2200">
                <a:solidFill>
                  <a:srgbClr val="00A0D2"/>
                </a:solidFill>
                <a:latin typeface="Arial"/>
              </a:rPr>
              <a:t>Sterk in</a:t>
            </a:r>
          </a:p>
        </p:txBody>
      </p:sp>
      <p:sp>
        <p:nvSpPr>
          <p:cNvPr id="5" name="TextBox 4"/>
          <p:cNvSpPr txBox="1"/>
          <p:nvPr/>
        </p:nvSpPr>
        <p:spPr>
          <a:xfrm>
            <a:off x="868680" y="2697480"/>
            <a:ext cx="4846320" cy="3200400"/>
          </a:xfrm>
          <a:prstGeom prst="rect">
            <a:avLst/>
          </a:prstGeom>
          <a:noFill/>
        </p:spPr>
        <p:txBody>
          <a:bodyPr wrap="square" anchor="t" lIns="0" rIns="0">
            <a:spAutoFit/>
          </a:bodyPr>
          <a:lstStyle/>
          <a:p>
            <a:pPr algn="l">
              <a:spcAft>
                <a:spcPts val="900"/>
              </a:spcAft>
            </a:pPr>
            <a:r>
              <a:rPr b="0" i="0" sz="1200">
                <a:solidFill>
                  <a:srgbClr val="00A0D2"/>
                </a:solidFill>
                <a:latin typeface="Arial"/>
              </a:rPr>
              <a:t>●  </a:t>
            </a:r>
            <a:r>
              <a:rPr b="0" i="0" sz="1600">
                <a:solidFill>
                  <a:srgbClr val="1E1E1E"/>
                </a:solidFill>
                <a:latin typeface="Arial"/>
              </a:rPr>
              <a:t>Snelle oordelen over betekenis (0,1–0,5 s)</a:t>
            </a:r>
          </a:p>
          <a:p>
            <a:pPr algn="l">
              <a:spcAft>
                <a:spcPts val="900"/>
              </a:spcAft>
            </a:pPr>
            <a:r>
              <a:rPr b="0" i="0" sz="1200">
                <a:solidFill>
                  <a:srgbClr val="00A0D2"/>
                </a:solidFill>
                <a:latin typeface="Arial"/>
              </a:rPr>
              <a:t>●  </a:t>
            </a:r>
            <a:r>
              <a:rPr b="0" i="0" sz="1600">
                <a:solidFill>
                  <a:srgbClr val="1E1E1E"/>
                </a:solidFill>
                <a:latin typeface="Arial"/>
              </a:rPr>
              <a:t>Gekalibreerde kansen: 0,9 betekent ook ongeveer 90%</a:t>
            </a:r>
          </a:p>
          <a:p>
            <a:pPr algn="l">
              <a:spcAft>
                <a:spcPts val="900"/>
              </a:spcAft>
            </a:pPr>
            <a:r>
              <a:rPr b="0" i="0" sz="1200">
                <a:solidFill>
                  <a:srgbClr val="00A0D2"/>
                </a:solidFill>
                <a:latin typeface="Arial"/>
              </a:rPr>
              <a:t>●  </a:t>
            </a:r>
            <a:r>
              <a:rPr b="0" i="0" sz="1600">
                <a:solidFill>
                  <a:srgbClr val="1E1E1E"/>
                </a:solidFill>
                <a:latin typeface="Arial"/>
              </a:rPr>
              <a:t>Veel vragen parallel over dezelfde tekst</a:t>
            </a:r>
          </a:p>
          <a:p>
            <a:pPr algn="l">
              <a:spcAft>
                <a:spcPts val="900"/>
              </a:spcAft>
            </a:pPr>
            <a:r>
              <a:rPr b="0" i="0" sz="1200">
                <a:solidFill>
                  <a:srgbClr val="00A0D2"/>
                </a:solidFill>
                <a:latin typeface="Arial"/>
              </a:rPr>
              <a:t>●  </a:t>
            </a:r>
            <a:r>
              <a:rPr b="0" i="0" sz="1600">
                <a:solidFill>
                  <a:srgbClr val="1E1E1E"/>
                </a:solidFill>
                <a:latin typeface="Arial"/>
              </a:rPr>
              <a:t>Zeer lage kosten: één run van de workshop ≈ 1,5 cent</a:t>
            </a:r>
          </a:p>
        </p:txBody>
      </p:sp>
      <p:sp>
        <p:nvSpPr>
          <p:cNvPr id="6" name="Let op"/>
          <p:cNvSpPr/>
          <p:nvPr/>
        </p:nvSpPr>
        <p:spPr>
          <a:xfrm>
            <a:off x="6217920" y="1874519"/>
            <a:ext cx="5422392" cy="416052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7" name="TextBox 6"/>
          <p:cNvSpPr txBox="1"/>
          <p:nvPr/>
        </p:nvSpPr>
        <p:spPr>
          <a:xfrm>
            <a:off x="6537959" y="2057400"/>
            <a:ext cx="4846320" cy="548640"/>
          </a:xfrm>
          <a:prstGeom prst="rect">
            <a:avLst/>
          </a:prstGeom>
          <a:noFill/>
        </p:spPr>
        <p:txBody>
          <a:bodyPr wrap="square" anchor="t" lIns="0" rIns="0">
            <a:spAutoFit/>
          </a:bodyPr>
          <a:lstStyle/>
          <a:p>
            <a:pPr algn="l">
              <a:spcAft>
                <a:spcPts val="600"/>
              </a:spcAft>
            </a:pPr>
            <a:r>
              <a:rPr b="1" i="0" sz="2200">
                <a:solidFill>
                  <a:srgbClr val="EC0010"/>
                </a:solidFill>
                <a:latin typeface="Arial"/>
              </a:rPr>
              <a:t>Let op</a:t>
            </a:r>
          </a:p>
        </p:txBody>
      </p:sp>
      <p:sp>
        <p:nvSpPr>
          <p:cNvPr id="8" name="TextBox 7"/>
          <p:cNvSpPr txBox="1"/>
          <p:nvPr/>
        </p:nvSpPr>
        <p:spPr>
          <a:xfrm>
            <a:off x="6537959" y="2697480"/>
            <a:ext cx="4846320" cy="3200400"/>
          </a:xfrm>
          <a:prstGeom prst="rect">
            <a:avLst/>
          </a:prstGeom>
          <a:noFill/>
        </p:spPr>
        <p:txBody>
          <a:bodyPr wrap="square" anchor="t" lIns="0" rIns="0">
            <a:spAutoFit/>
          </a:bodyPr>
          <a:lstStyle/>
          <a:p>
            <a:pPr algn="l">
              <a:spcAft>
                <a:spcPts val="900"/>
              </a:spcAft>
            </a:pPr>
            <a:r>
              <a:rPr b="0" i="0" sz="1200">
                <a:solidFill>
                  <a:srgbClr val="EC0010"/>
                </a:solidFill>
                <a:latin typeface="Arial"/>
              </a:rPr>
              <a:t>●  </a:t>
            </a:r>
            <a:r>
              <a:rPr b="0" i="0" sz="1600">
                <a:solidFill>
                  <a:srgbClr val="1E1E1E"/>
                </a:solidFill>
                <a:latin typeface="Arial"/>
              </a:rPr>
              <a:t>Leest letterlijk: het beantwoordt wat er staat</a:t>
            </a:r>
          </a:p>
          <a:p>
            <a:pPr algn="l">
              <a:spcAft>
                <a:spcPts val="900"/>
              </a:spcAft>
            </a:pPr>
            <a:r>
              <a:rPr b="0" i="0" sz="1200">
                <a:solidFill>
                  <a:srgbClr val="EC0010"/>
                </a:solidFill>
                <a:latin typeface="Arial"/>
              </a:rPr>
              <a:t>●  </a:t>
            </a:r>
            <a:r>
              <a:rPr b="0" i="0" sz="1600">
                <a:solidFill>
                  <a:srgbClr val="1E1E1E"/>
                </a:solidFill>
                <a:latin typeface="Arial"/>
              </a:rPr>
              <a:t>Geen rekenwerk, tellen of datums: dat doet code</a:t>
            </a:r>
          </a:p>
          <a:p>
            <a:pPr algn="l">
              <a:spcAft>
                <a:spcPts val="900"/>
              </a:spcAft>
            </a:pPr>
            <a:r>
              <a:rPr b="0" i="0" sz="1200">
                <a:solidFill>
                  <a:srgbClr val="EC0010"/>
                </a:solidFill>
                <a:latin typeface="Arial"/>
              </a:rPr>
              <a:t>●  </a:t>
            </a:r>
            <a:r>
              <a:rPr b="0" i="0" sz="1600">
                <a:solidFill>
                  <a:srgbClr val="1E1E1E"/>
                </a:solidFill>
                <a:latin typeface="Arial"/>
              </a:rPr>
              <a:t>Kan naar de eerste optie neigen: test de volgorde</a:t>
            </a:r>
          </a:p>
          <a:p>
            <a:pPr algn="l">
              <a:spcAft>
                <a:spcPts val="900"/>
              </a:spcAft>
            </a:pPr>
            <a:r>
              <a:rPr b="0" i="0" sz="1200">
                <a:solidFill>
                  <a:srgbClr val="EC0010"/>
                </a:solidFill>
                <a:latin typeface="Arial"/>
              </a:rPr>
              <a:t>●  </a:t>
            </a:r>
            <a:r>
              <a:rPr b="0" i="0" sz="1600">
                <a:solidFill>
                  <a:srgbClr val="1E1E1E"/>
                </a:solidFill>
                <a:latin typeface="Arial"/>
              </a:rPr>
              <a:t>Veel irrelevante tekst in de state kost nauwkeurigheid</a:t>
            </a:r>
          </a:p>
          <a:p>
            <a:pPr algn="l">
              <a:spcAft>
                <a:spcPts val="900"/>
              </a:spcAft>
            </a:pPr>
            <a:r>
              <a:rPr b="0" i="0" sz="1200">
                <a:solidFill>
                  <a:srgbClr val="EC0010"/>
                </a:solidFill>
                <a:latin typeface="Arial"/>
              </a:rPr>
              <a:t>●  </a:t>
            </a:r>
            <a:r>
              <a:rPr b="0" i="0" sz="1600">
                <a:solidFill>
                  <a:srgbClr val="1E1E1E"/>
                </a:solidFill>
                <a:latin typeface="Arial"/>
              </a:rPr>
              <a:t>Engels werkt het best, en Jev schrijft geen tekst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Vertrouwen · kalibratie · menselijk toezicht · uitlegbaarheid</a:t>
            </a:r>
          </a:p>
        </p:txBody>
      </p:sp>
      <p:sp>
        <p:nvSpPr>
          <p:cNvPr id="3" name="Title 2"/>
          <p:cNvSpPr>
            <a:spLocks noGrp="1"/>
          </p:cNvSpPr>
          <p:nvPr>
            <p:ph type="title"/>
          </p:nvPr>
        </p:nvSpPr>
        <p:spPr/>
        <p:txBody>
          <a:bodyPr/>
          <a:lstStyle/>
          <a:p>
            <a:r>
              <a:t>Wat doet een model dat zegt hoe zeker het is met de mens die ermee werkt?</a:t>
            </a:r>
          </a:p>
        </p:txBody>
      </p:sp>
      <p:sp>
        <p:nvSpPr>
          <p:cNvPr id="4" name="Text Placeholder 3"/>
          <p:cNvSpPr>
            <a:spLocks noGrp="1"/>
          </p:cNvSpPr>
          <p:nvPr>
            <p:ph type="body" idx="12" sz="quarter"/>
          </p:nvPr>
        </p:nvSpPr>
        <p:spPr/>
        <p:txBody>
          <a:bodyPr/>
          <a:lstStyle/>
          <a:p>
            <a:r>
              <a:t>De HCAI-vraag achter vandaag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Wat gaan we doen?</a:t>
            </a:r>
          </a:p>
        </p:txBody>
      </p:sp>
      <p:sp>
        <p:nvSpPr>
          <p:cNvPr id="3" name="Text Placeholder 2"/>
          <p:cNvSpPr>
            <a:spLocks noGrp="1"/>
          </p:cNvSpPr>
          <p:nvPr>
            <p:ph type="body" idx="10" sz="quarter"/>
          </p:nvPr>
        </p:nvSpPr>
        <p:spPr/>
        <p:txBody>
          <a:bodyPr/>
          <a:lstStyle/>
          <a:p>
            <a:r>
              <a:t>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 casus: vijf CBG-rapporten</a:t>
            </a:r>
          </a:p>
        </p:txBody>
      </p:sp>
      <p:graphicFrame>
        <p:nvGraphicFramePr>
          <p:cNvPr id="3" name="Table 2"/>
          <p:cNvGraphicFramePr>
            <a:graphicFrameLocks noGrp="1"/>
          </p:cNvGraphicFramePr>
          <p:nvPr/>
        </p:nvGraphicFramePr>
        <p:xfrm>
          <a:off x="548640" y="1783080"/>
          <a:ext cx="11091672" cy="2743200"/>
        </p:xfrm>
        <a:graphic>
          <a:graphicData uri="http://schemas.openxmlformats.org/drawingml/2006/table">
            <a:tbl>
              <a:tblPr firstRow="1" bandRow="1">
                <a:tableStyleId>{5C22544A-7EE6-4342-B048-85BDC9FD1C3A}</a:tableStyleId>
              </a:tblPr>
              <a:tblGrid>
                <a:gridCol w="822960"/>
                <a:gridCol w="3566160"/>
                <a:gridCol w="1371600"/>
                <a:gridCol w="1325880"/>
                <a:gridCol w="4005072"/>
              </a:tblGrid>
              <a:tr h="457200">
                <a:tc>
                  <a:txBody>
                    <a:bodyPr/>
                    <a:lstStyle/>
                    <a:p>
                      <a:r>
                        <a:rPr b="1" i="0" sz="1500">
                          <a:solidFill>
                            <a:srgbClr val="FFFFFF"/>
                          </a:solidFill>
                          <a:latin typeface="Arial"/>
                        </a:rPr>
                        <a:t>Code</a:t>
                      </a:r>
                    </a:p>
                  </a:txBody>
                  <a:tcPr marL="91440" marR="91440" marT="36576" marB="36576" anchor="ctr">
                    <a:solidFill>
                      <a:srgbClr val="00A0D2"/>
                    </a:solidFill>
                  </a:tcPr>
                </a:tc>
                <a:tc>
                  <a:txBody>
                    <a:bodyPr/>
                    <a:lstStyle/>
                    <a:p>
                      <a:r>
                        <a:rPr b="1" i="0" sz="1500">
                          <a:solidFill>
                            <a:srgbClr val="FFFFFF"/>
                          </a:solidFill>
                          <a:latin typeface="Arial"/>
                        </a:rPr>
                        <a:t>Geneesmiddel</a:t>
                      </a:r>
                    </a:p>
                  </a:txBody>
                  <a:tcPr marL="91440" marR="91440" marT="36576" marB="36576" anchor="ctr">
                    <a:solidFill>
                      <a:srgbClr val="00A0D2"/>
                    </a:solidFill>
                  </a:tcPr>
                </a:tc>
                <a:tc>
                  <a:txBody>
                    <a:bodyPr/>
                    <a:lstStyle/>
                    <a:p>
                      <a:r>
                        <a:rPr b="1" i="0" sz="1500">
                          <a:solidFill>
                            <a:srgbClr val="FFFFFF"/>
                          </a:solidFill>
                          <a:latin typeface="Arial"/>
                        </a:rPr>
                        <a:t>Uitkomst</a:t>
                      </a:r>
                    </a:p>
                  </a:txBody>
                  <a:tcPr marL="91440" marR="91440" marT="36576" marB="36576" anchor="ctr">
                    <a:solidFill>
                      <a:srgbClr val="00A0D2"/>
                    </a:solidFill>
                  </a:tcPr>
                </a:tc>
                <a:tc>
                  <a:txBody>
                    <a:bodyPr/>
                    <a:lstStyle/>
                    <a:p>
                      <a:r>
                        <a:rPr b="1" i="0" sz="1500">
                          <a:solidFill>
                            <a:srgbClr val="FFFFFF"/>
                          </a:solidFill>
                          <a:latin typeface="Arial"/>
                        </a:rPr>
                        <a:t>Grondslag</a:t>
                      </a:r>
                    </a:p>
                  </a:txBody>
                  <a:tcPr marL="91440" marR="91440" marT="36576" marB="36576" anchor="ctr">
                    <a:solidFill>
                      <a:srgbClr val="00A0D2"/>
                    </a:solidFill>
                  </a:tcPr>
                </a:tc>
                <a:tc>
                  <a:txBody>
                    <a:bodyPr/>
                    <a:lstStyle/>
                    <a:p>
                      <a:r>
                        <a:rPr b="1" i="0" sz="1500">
                          <a:solidFill>
                            <a:srgbClr val="FFFFFF"/>
                          </a:solidFill>
                          <a:latin typeface="Arial"/>
                        </a:rPr>
                        <a:t>Kern van de beoordeling</a:t>
                      </a:r>
                    </a:p>
                  </a:txBody>
                  <a:tcPr marL="91440" marR="91440" marT="36576" marB="36576" anchor="ctr">
                    <a:solidFill>
                      <a:srgbClr val="00A0D2"/>
                    </a:solidFill>
                  </a:tcPr>
                </a:tc>
              </a:tr>
              <a:tr h="457200">
                <a:tc>
                  <a:txBody>
                    <a:bodyPr/>
                    <a:lstStyle/>
                    <a:p>
                      <a:r>
                        <a:rPr b="1" i="0" sz="1500">
                          <a:solidFill>
                            <a:srgbClr val="1E1E1E"/>
                          </a:solidFill>
                          <a:latin typeface="Arial"/>
                        </a:rPr>
                        <a:t>FUL</a:t>
                      </a:r>
                    </a:p>
                  </a:txBody>
                  <a:tcPr marL="91440" marR="91440" marT="36576" marB="36576" anchor="ctr">
                    <a:solidFill>
                      <a:srgbClr val="FFFFFF"/>
                    </a:solidFill>
                  </a:tcPr>
                </a:tc>
                <a:tc>
                  <a:txBody>
                    <a:bodyPr/>
                    <a:lstStyle/>
                    <a:p>
                      <a:r>
                        <a:rPr b="0" i="0" sz="1500">
                          <a:solidFill>
                            <a:srgbClr val="1E1E1E"/>
                          </a:solidFill>
                          <a:latin typeface="Arial"/>
                        </a:rPr>
                        <a:t>Fulvestrant Sun · borstkanker</a:t>
                      </a:r>
                    </a:p>
                  </a:txBody>
                  <a:tcPr marL="91440" marR="91440" marT="36576" marB="36576" anchor="ctr">
                    <a:solidFill>
                      <a:srgbClr val="FFFFFF"/>
                    </a:solidFill>
                  </a:tcPr>
                </a:tc>
                <a:tc>
                  <a:txBody>
                    <a:bodyPr/>
                    <a:lstStyle/>
                    <a:p>
                      <a:r>
                        <a:rPr b="0" i="0" sz="1500">
                          <a:solidFill>
                            <a:srgbClr val="00A0D2"/>
                          </a:solidFill>
                          <a:latin typeface="Arial"/>
                        </a:rPr>
                        <a:t>verleend</a:t>
                      </a:r>
                    </a:p>
                  </a:txBody>
                  <a:tcPr marL="91440" marR="91440" marT="36576" marB="36576" anchor="ctr">
                    <a:solidFill>
                      <a:srgbClr val="FFFFFF"/>
                    </a:solidFill>
                  </a:tcPr>
                </a:tc>
                <a:tc>
                  <a:txBody>
                    <a:bodyPr/>
                    <a:lstStyle/>
                    <a:p>
                      <a:r>
                        <a:rPr b="0" i="0" sz="1500">
                          <a:solidFill>
                            <a:srgbClr val="1E1E1E"/>
                          </a:solidFill>
                          <a:latin typeface="Arial"/>
                        </a:rPr>
                        <a:t>Art. 10(1)</a:t>
                      </a:r>
                    </a:p>
                  </a:txBody>
                  <a:tcPr marL="91440" marR="91440" marT="36576" marB="36576" anchor="ctr">
                    <a:solidFill>
                      <a:srgbClr val="FFFFFF"/>
                    </a:solidFill>
                  </a:tcPr>
                </a:tc>
                <a:tc>
                  <a:txBody>
                    <a:bodyPr/>
                    <a:lstStyle/>
                    <a:p>
                      <a:r>
                        <a:rPr b="0" i="0" sz="1500">
                          <a:solidFill>
                            <a:srgbClr val="1E1E1E"/>
                          </a:solidFill>
                          <a:latin typeface="Arial"/>
                        </a:rPr>
                        <a:t>Generiek, identieke samenstelling</a:t>
                      </a:r>
                    </a:p>
                  </a:txBody>
                  <a:tcPr marL="91440" marR="91440" marT="36576" marB="36576" anchor="ctr">
                    <a:solidFill>
                      <a:srgbClr val="FFFFFF"/>
                    </a:solidFill>
                  </a:tcPr>
                </a:tc>
              </a:tr>
              <a:tr h="457200">
                <a:tc>
                  <a:txBody>
                    <a:bodyPr/>
                    <a:lstStyle/>
                    <a:p>
                      <a:r>
                        <a:rPr b="1" i="0" sz="1500">
                          <a:solidFill>
                            <a:srgbClr val="1E1E1E"/>
                          </a:solidFill>
                          <a:latin typeface="Arial"/>
                        </a:rPr>
                        <a:t>BOR</a:t>
                      </a:r>
                    </a:p>
                  </a:txBody>
                  <a:tcPr marL="91440" marR="91440" marT="36576" marB="36576" anchor="ctr">
                    <a:solidFill>
                      <a:srgbClr val="F2F2F2"/>
                    </a:solidFill>
                  </a:tcPr>
                </a:tc>
                <a:tc>
                  <a:txBody>
                    <a:bodyPr/>
                    <a:lstStyle/>
                    <a:p>
                      <a:r>
                        <a:rPr b="0" i="0" sz="1500">
                          <a:solidFill>
                            <a:srgbClr val="1E1E1E"/>
                          </a:solidFill>
                          <a:latin typeface="Arial"/>
                        </a:rPr>
                        <a:t>Bortezomib Synthon · myeloom</a:t>
                      </a:r>
                    </a:p>
                  </a:txBody>
                  <a:tcPr marL="91440" marR="91440" marT="36576" marB="36576" anchor="ctr">
                    <a:solidFill>
                      <a:srgbClr val="F2F2F2"/>
                    </a:solidFill>
                  </a:tcPr>
                </a:tc>
                <a:tc>
                  <a:txBody>
                    <a:bodyPr/>
                    <a:lstStyle/>
                    <a:p>
                      <a:r>
                        <a:rPr b="0" i="0" sz="1500">
                          <a:solidFill>
                            <a:srgbClr val="00A0D2"/>
                          </a:solidFill>
                          <a:latin typeface="Arial"/>
                        </a:rPr>
                        <a:t>verleend</a:t>
                      </a:r>
                    </a:p>
                  </a:txBody>
                  <a:tcPr marL="91440" marR="91440" marT="36576" marB="36576" anchor="ctr">
                    <a:solidFill>
                      <a:srgbClr val="F2F2F2"/>
                    </a:solidFill>
                  </a:tcPr>
                </a:tc>
                <a:tc>
                  <a:txBody>
                    <a:bodyPr/>
                    <a:lstStyle/>
                    <a:p>
                      <a:r>
                        <a:rPr b="0" i="0" sz="1500">
                          <a:solidFill>
                            <a:srgbClr val="1E1E1E"/>
                          </a:solidFill>
                          <a:latin typeface="Arial"/>
                        </a:rPr>
                        <a:t>Art. 10(1)</a:t>
                      </a:r>
                    </a:p>
                  </a:txBody>
                  <a:tcPr marL="91440" marR="91440" marT="36576" marB="36576" anchor="ctr">
                    <a:solidFill>
                      <a:srgbClr val="F2F2F2"/>
                    </a:solidFill>
                  </a:tcPr>
                </a:tc>
                <a:tc>
                  <a:txBody>
                    <a:bodyPr/>
                    <a:lstStyle/>
                    <a:p>
                      <a:r>
                        <a:rPr b="0" i="0" sz="1500">
                          <a:solidFill>
                            <a:srgbClr val="1E1E1E"/>
                          </a:solidFill>
                          <a:latin typeface="Arial"/>
                        </a:rPr>
                        <a:t>Generiek, extra maatregelen tegen doseerfouten</a:t>
                      </a:r>
                    </a:p>
                  </a:txBody>
                  <a:tcPr marL="91440" marR="91440" marT="36576" marB="36576" anchor="ctr">
                    <a:solidFill>
                      <a:srgbClr val="F2F2F2"/>
                    </a:solidFill>
                  </a:tcPr>
                </a:tc>
              </a:tr>
              <a:tr h="457200">
                <a:tc>
                  <a:txBody>
                    <a:bodyPr/>
                    <a:lstStyle/>
                    <a:p>
                      <a:r>
                        <a:rPr b="1" i="0" sz="1500">
                          <a:solidFill>
                            <a:srgbClr val="1E1E1E"/>
                          </a:solidFill>
                          <a:latin typeface="Arial"/>
                        </a:rPr>
                        <a:t>PEM</a:t>
                      </a:r>
                    </a:p>
                  </a:txBody>
                  <a:tcPr marL="91440" marR="91440" marT="36576" marB="36576" anchor="ctr">
                    <a:solidFill>
                      <a:srgbClr val="FFFFFF"/>
                    </a:solidFill>
                  </a:tcPr>
                </a:tc>
                <a:tc>
                  <a:txBody>
                    <a:bodyPr/>
                    <a:lstStyle/>
                    <a:p>
                      <a:r>
                        <a:rPr b="0" i="0" sz="1500">
                          <a:solidFill>
                            <a:srgbClr val="1E1E1E"/>
                          </a:solidFill>
                          <a:latin typeface="Arial"/>
                        </a:rPr>
                        <a:t>Pemetrexed Synthon · longkanker</a:t>
                      </a:r>
                    </a:p>
                  </a:txBody>
                  <a:tcPr marL="91440" marR="91440" marT="36576" marB="36576" anchor="ctr">
                    <a:solidFill>
                      <a:srgbClr val="FFFFFF"/>
                    </a:solidFill>
                  </a:tcPr>
                </a:tc>
                <a:tc>
                  <a:txBody>
                    <a:bodyPr/>
                    <a:lstStyle/>
                    <a:p>
                      <a:r>
                        <a:rPr b="0" i="0" sz="1500">
                          <a:solidFill>
                            <a:srgbClr val="00A0D2"/>
                          </a:solidFill>
                          <a:latin typeface="Arial"/>
                        </a:rPr>
                        <a:t>verleend</a:t>
                      </a:r>
                    </a:p>
                  </a:txBody>
                  <a:tcPr marL="91440" marR="91440" marT="36576" marB="36576" anchor="ctr">
                    <a:solidFill>
                      <a:srgbClr val="FFFFFF"/>
                    </a:solidFill>
                  </a:tcPr>
                </a:tc>
                <a:tc>
                  <a:txBody>
                    <a:bodyPr/>
                    <a:lstStyle/>
                    <a:p>
                      <a:r>
                        <a:rPr b="0" i="0" sz="1500">
                          <a:solidFill>
                            <a:srgbClr val="1E1E1E"/>
                          </a:solidFill>
                          <a:latin typeface="Arial"/>
                        </a:rPr>
                        <a:t>Art. 10(3)</a:t>
                      </a:r>
                    </a:p>
                  </a:txBody>
                  <a:tcPr marL="91440" marR="91440" marT="36576" marB="36576" anchor="ctr">
                    <a:solidFill>
                      <a:srgbClr val="FFFFFF"/>
                    </a:solidFill>
                  </a:tcPr>
                </a:tc>
                <a:tc>
                  <a:txBody>
                    <a:bodyPr/>
                    <a:lstStyle/>
                    <a:p>
                      <a:r>
                        <a:rPr b="0" i="0" sz="1500">
                          <a:solidFill>
                            <a:srgbClr val="1E1E1E"/>
                          </a:solidFill>
                          <a:latin typeface="Arial"/>
                        </a:rPr>
                        <a:t>Hybride: andere vorm en hulpstoffen</a:t>
                      </a:r>
                    </a:p>
                  </a:txBody>
                  <a:tcPr marL="91440" marR="91440" marT="36576" marB="36576" anchor="ctr">
                    <a:solidFill>
                      <a:srgbClr val="FFFFFF"/>
                    </a:solidFill>
                  </a:tcPr>
                </a:tc>
              </a:tr>
              <a:tr h="457200">
                <a:tc>
                  <a:txBody>
                    <a:bodyPr/>
                    <a:lstStyle/>
                    <a:p>
                      <a:r>
                        <a:rPr b="1" i="0" sz="1500">
                          <a:solidFill>
                            <a:srgbClr val="1E1E1E"/>
                          </a:solidFill>
                          <a:latin typeface="Arial"/>
                        </a:rPr>
                        <a:t>DEX</a:t>
                      </a:r>
                    </a:p>
                  </a:txBody>
                  <a:tcPr marL="91440" marR="91440" marT="36576" marB="36576" anchor="ctr">
                    <a:solidFill>
                      <a:srgbClr val="F2F2F2"/>
                    </a:solidFill>
                  </a:tcPr>
                </a:tc>
                <a:tc>
                  <a:txBody>
                    <a:bodyPr/>
                    <a:lstStyle/>
                    <a:p>
                      <a:r>
                        <a:rPr b="0" i="0" sz="1500">
                          <a:solidFill>
                            <a:srgbClr val="1E1E1E"/>
                          </a:solidFill>
                          <a:latin typeface="Arial"/>
                        </a:rPr>
                        <a:t>Dexamface · ADHD</a:t>
                      </a:r>
                    </a:p>
                  </a:txBody>
                  <a:tcPr marL="91440" marR="91440" marT="36576" marB="36576" anchor="ctr">
                    <a:solidFill>
                      <a:srgbClr val="F2F2F2"/>
                    </a:solidFill>
                  </a:tcPr>
                </a:tc>
                <a:tc>
                  <a:txBody>
                    <a:bodyPr/>
                    <a:lstStyle/>
                    <a:p>
                      <a:r>
                        <a:rPr b="0" i="0" sz="1500">
                          <a:solidFill>
                            <a:srgbClr val="EC0010"/>
                          </a:solidFill>
                          <a:latin typeface="Arial"/>
                        </a:rPr>
                        <a:t>geweigerd</a:t>
                      </a:r>
                    </a:p>
                  </a:txBody>
                  <a:tcPr marL="91440" marR="91440" marT="36576" marB="36576" anchor="ctr">
                    <a:solidFill>
                      <a:srgbClr val="F2F2F2"/>
                    </a:solidFill>
                  </a:tcPr>
                </a:tc>
                <a:tc>
                  <a:txBody>
                    <a:bodyPr/>
                    <a:lstStyle/>
                    <a:p>
                      <a:r>
                        <a:rPr b="0" i="0" sz="1500">
                          <a:solidFill>
                            <a:srgbClr val="1E1E1E"/>
                          </a:solidFill>
                          <a:latin typeface="Arial"/>
                        </a:rPr>
                        <a:t>Art. 10a</a:t>
                      </a:r>
                    </a:p>
                  </a:txBody>
                  <a:tcPr marL="91440" marR="91440" marT="36576" marB="36576" anchor="ctr">
                    <a:solidFill>
                      <a:srgbClr val="F2F2F2"/>
                    </a:solidFill>
                  </a:tcPr>
                </a:tc>
                <a:tc>
                  <a:txBody>
                    <a:bodyPr/>
                    <a:lstStyle/>
                    <a:p>
                      <a:r>
                        <a:rPr b="0" i="0" sz="1500">
                          <a:solidFill>
                            <a:srgbClr val="1E1E1E"/>
                          </a:solidFill>
                          <a:latin typeface="Arial"/>
                        </a:rPr>
                        <a:t>Literatuur: bridging niet aangetoond</a:t>
                      </a:r>
                    </a:p>
                  </a:txBody>
                  <a:tcPr marL="91440" marR="91440" marT="36576" marB="36576" anchor="ctr">
                    <a:solidFill>
                      <a:srgbClr val="F2F2F2"/>
                    </a:solidFill>
                  </a:tcPr>
                </a:tc>
              </a:tr>
              <a:tr h="457200">
                <a:tc>
                  <a:txBody>
                    <a:bodyPr/>
                    <a:lstStyle/>
                    <a:p>
                      <a:r>
                        <a:rPr b="1" i="0" sz="1500">
                          <a:solidFill>
                            <a:srgbClr val="1E1E1E"/>
                          </a:solidFill>
                          <a:latin typeface="Arial"/>
                        </a:rPr>
                        <a:t>GLY</a:t>
                      </a:r>
                    </a:p>
                  </a:txBody>
                  <a:tcPr marL="91440" marR="91440" marT="36576" marB="36576" anchor="ctr">
                    <a:solidFill>
                      <a:srgbClr val="FFFFFF"/>
                    </a:solidFill>
                  </a:tcPr>
                </a:tc>
                <a:tc>
                  <a:txBody>
                    <a:bodyPr/>
                    <a:lstStyle/>
                    <a:p>
                      <a:r>
                        <a:rPr b="0" i="0" sz="1500">
                          <a:solidFill>
                            <a:srgbClr val="1E1E1E"/>
                          </a:solidFill>
                          <a:latin typeface="Arial"/>
                        </a:rPr>
                        <a:t>Glycopyrronium AllGen · kwijlen</a:t>
                      </a:r>
                    </a:p>
                  </a:txBody>
                  <a:tcPr marL="91440" marR="91440" marT="36576" marB="36576" anchor="ctr">
                    <a:solidFill>
                      <a:srgbClr val="FFFFFF"/>
                    </a:solidFill>
                  </a:tcPr>
                </a:tc>
                <a:tc>
                  <a:txBody>
                    <a:bodyPr/>
                    <a:lstStyle/>
                    <a:p>
                      <a:r>
                        <a:rPr b="0" i="0" sz="1500">
                          <a:solidFill>
                            <a:srgbClr val="EC0010"/>
                          </a:solidFill>
                          <a:latin typeface="Arial"/>
                        </a:rPr>
                        <a:t>geweigerd</a:t>
                      </a:r>
                    </a:p>
                  </a:txBody>
                  <a:tcPr marL="91440" marR="91440" marT="36576" marB="36576" anchor="ctr">
                    <a:solidFill>
                      <a:srgbClr val="FFFFFF"/>
                    </a:solidFill>
                  </a:tcPr>
                </a:tc>
                <a:tc>
                  <a:txBody>
                    <a:bodyPr/>
                    <a:lstStyle/>
                    <a:p>
                      <a:r>
                        <a:rPr b="0" i="0" sz="1500">
                          <a:solidFill>
                            <a:srgbClr val="1E1E1E"/>
                          </a:solidFill>
                          <a:latin typeface="Arial"/>
                        </a:rPr>
                        <a:t>Art. 10a</a:t>
                      </a:r>
                    </a:p>
                  </a:txBody>
                  <a:tcPr marL="91440" marR="91440" marT="36576" marB="36576" anchor="ctr">
                    <a:solidFill>
                      <a:srgbClr val="FFFFFF"/>
                    </a:solidFill>
                  </a:tcPr>
                </a:tc>
                <a:tc>
                  <a:txBody>
                    <a:bodyPr/>
                    <a:lstStyle/>
                    <a:p>
                      <a:r>
                        <a:rPr b="0" i="0" sz="1500">
                          <a:solidFill>
                            <a:srgbClr val="1E1E1E"/>
                          </a:solidFill>
                          <a:latin typeface="Arial"/>
                        </a:rPr>
                        <a:t>Literatuur: niet-klinische veiligheid</a:t>
                      </a:r>
                    </a:p>
                  </a:txBody>
                  <a:tcPr marL="91440" marR="91440" marT="36576" marB="36576" anchor="ctr">
                    <a:solidFill>
                      <a:srgbClr val="FFFFFF"/>
                    </a:solidFill>
                  </a:tcPr>
                </a:tc>
              </a:tr>
            </a:tbl>
          </a:graphicData>
        </a:graphic>
      </p:graphicFrame>
      <p:sp>
        <p:nvSpPr>
          <p:cNvPr id="4" name="Onderzoeksvraag"/>
          <p:cNvSpPr/>
          <p:nvPr/>
        </p:nvSpPr>
        <p:spPr>
          <a:xfrm>
            <a:off x="548640" y="4846320"/>
            <a:ext cx="11091672" cy="105156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137160" tIns="91440" bIns="91440"/>
          <a:lstStyle/>
          <a:p>
            <a:pPr algn="l">
              <a:spcAft>
                <a:spcPts val="600"/>
              </a:spcAft>
            </a:pPr>
            <a:r>
              <a:rPr b="1" i="0" sz="1600">
                <a:solidFill>
                  <a:srgbClr val="00A0D2"/>
                </a:solidFill>
                <a:latin typeface="Arial"/>
              </a:rPr>
              <a:t>Onderzoeksvraag  </a:t>
            </a:r>
            <a:r>
              <a:rPr b="0" i="0" sz="1600">
                <a:solidFill>
                  <a:srgbClr val="1E1E1E"/>
                </a:solidFill>
                <a:latin typeface="Arial"/>
              </a:rPr>
              <a:t>Geven de beoordelaars in geweigerde rapporten vaker een negatief oordeel dan in verleende?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 pijplijn: wie doet wat?</a:t>
            </a:r>
          </a:p>
        </p:txBody>
      </p:sp>
      <p:sp>
        <p:nvSpPr>
          <p:cNvPr id="3" name="Stap PDF"/>
          <p:cNvSpPr/>
          <p:nvPr/>
        </p:nvSpPr>
        <p:spPr>
          <a:xfrm>
            <a:off x="548640" y="2240280"/>
            <a:ext cx="164592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91440" bIns="91440"/>
          <a:lstStyle/>
          <a:p>
            <a:pPr algn="ctr">
              <a:spcAft>
                <a:spcPts val="300"/>
              </a:spcAft>
            </a:pPr>
            <a:r>
              <a:rPr b="1" i="0" sz="1700">
                <a:solidFill>
                  <a:srgbClr val="1E1E1E"/>
                </a:solidFill>
                <a:latin typeface="Arial"/>
              </a:rPr>
              <a:t>PDF</a:t>
            </a:r>
          </a:p>
          <a:p>
            <a:pPr algn="ctr">
              <a:spcAft>
                <a:spcPts val="300"/>
              </a:spcAft>
            </a:pPr>
            <a:r>
              <a:rPr b="0" i="0" sz="1300">
                <a:solidFill>
                  <a:srgbClr val="1E1E1E"/>
                </a:solidFill>
                <a:latin typeface="Arial"/>
              </a:rPr>
              <a:t>vijf rapporten</a:t>
            </a:r>
          </a:p>
        </p:txBody>
      </p:sp>
      <p:sp>
        <p:nvSpPr>
          <p:cNvPr id="4" name="TextBox 3"/>
          <p:cNvSpPr txBox="1"/>
          <p:nvPr/>
        </p:nvSpPr>
        <p:spPr>
          <a:xfrm>
            <a:off x="548640" y="3977639"/>
            <a:ext cx="1645920" cy="365760"/>
          </a:xfrm>
          <a:prstGeom prst="rect">
            <a:avLst/>
          </a:prstGeom>
          <a:noFill/>
        </p:spPr>
        <p:txBody>
          <a:bodyPr wrap="square" anchor="t" lIns="0" rIns="0">
            <a:spAutoFit/>
          </a:bodyPr>
          <a:lstStyle/>
          <a:p>
            <a:pPr algn="ctr">
              <a:spcAft>
                <a:spcPts val="600"/>
              </a:spcAft>
            </a:pPr>
            <a:r>
              <a:rPr b="1" i="0" sz="1300">
                <a:solidFill>
                  <a:srgbClr val="6B6B6B"/>
                </a:solidFill>
                <a:latin typeface="Arial"/>
              </a:rPr>
              <a:t>code</a:t>
            </a:r>
          </a:p>
        </p:txBody>
      </p:sp>
      <p:cxnSp>
        <p:nvCxnSpPr>
          <p:cNvPr id="5" name="Connector 4"/>
          <p:cNvCxnSpPr/>
          <p:nvPr/>
        </p:nvCxnSpPr>
        <p:spPr>
          <a:xfrm>
            <a:off x="2221991" y="3035808"/>
            <a:ext cx="192025"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Stap Zinnen"/>
          <p:cNvSpPr/>
          <p:nvPr/>
        </p:nvSpPr>
        <p:spPr>
          <a:xfrm>
            <a:off x="2441448" y="2240280"/>
            <a:ext cx="164592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91440" bIns="91440"/>
          <a:lstStyle/>
          <a:p>
            <a:pPr algn="ctr">
              <a:spcAft>
                <a:spcPts val="300"/>
              </a:spcAft>
            </a:pPr>
            <a:r>
              <a:rPr b="1" i="0" sz="1700">
                <a:solidFill>
                  <a:srgbClr val="1E1E1E"/>
                </a:solidFill>
                <a:latin typeface="Arial"/>
              </a:rPr>
              <a:t>Zinnen</a:t>
            </a:r>
          </a:p>
          <a:p>
            <a:pPr algn="ctr">
              <a:spcAft>
                <a:spcPts val="300"/>
              </a:spcAft>
            </a:pPr>
            <a:r>
              <a:rPr b="0" i="0" sz="1300">
                <a:solidFill>
                  <a:srgbClr val="1E1E1E"/>
                </a:solidFill>
                <a:latin typeface="Arial"/>
              </a:rPr>
              <a:t>één zin per rij</a:t>
            </a:r>
          </a:p>
        </p:txBody>
      </p:sp>
      <p:sp>
        <p:nvSpPr>
          <p:cNvPr id="7" name="TextBox 6"/>
          <p:cNvSpPr txBox="1"/>
          <p:nvPr/>
        </p:nvSpPr>
        <p:spPr>
          <a:xfrm>
            <a:off x="2441448" y="3977639"/>
            <a:ext cx="1645920" cy="365760"/>
          </a:xfrm>
          <a:prstGeom prst="rect">
            <a:avLst/>
          </a:prstGeom>
          <a:noFill/>
        </p:spPr>
        <p:txBody>
          <a:bodyPr wrap="square" anchor="t" lIns="0" rIns="0">
            <a:spAutoFit/>
          </a:bodyPr>
          <a:lstStyle/>
          <a:p>
            <a:pPr algn="ctr">
              <a:spcAft>
                <a:spcPts val="600"/>
              </a:spcAft>
            </a:pPr>
            <a:r>
              <a:rPr b="1" i="0" sz="1300">
                <a:solidFill>
                  <a:srgbClr val="6B6B6B"/>
                </a:solidFill>
                <a:latin typeface="Arial"/>
              </a:rPr>
              <a:t>code</a:t>
            </a:r>
          </a:p>
        </p:txBody>
      </p:sp>
      <p:cxnSp>
        <p:nvCxnSpPr>
          <p:cNvPr id="8" name="Connector 7"/>
          <p:cNvCxnSpPr/>
          <p:nvPr/>
        </p:nvCxnSpPr>
        <p:spPr>
          <a:xfrm>
            <a:off x="4114800" y="3035808"/>
            <a:ext cx="192024"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Stap Jev"/>
          <p:cNvSpPr/>
          <p:nvPr/>
        </p:nvSpPr>
        <p:spPr>
          <a:xfrm>
            <a:off x="4334256" y="2240280"/>
            <a:ext cx="1645920" cy="1600200"/>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91440" bIns="91440"/>
          <a:lstStyle/>
          <a:p>
            <a:pPr algn="ctr">
              <a:spcAft>
                <a:spcPts val="300"/>
              </a:spcAft>
            </a:pPr>
            <a:r>
              <a:rPr b="1" i="0" sz="1700">
                <a:solidFill>
                  <a:srgbClr val="FFFFFF"/>
                </a:solidFill>
                <a:latin typeface="Arial"/>
              </a:rPr>
              <a:t>Jev</a:t>
            </a:r>
          </a:p>
          <a:p>
            <a:pPr algn="ctr">
              <a:spcAft>
                <a:spcPts val="300"/>
              </a:spcAft>
            </a:pPr>
            <a:r>
              <a:rPr b="0" i="0" sz="1300">
                <a:solidFill>
                  <a:srgbClr val="FFFFFF"/>
                </a:solidFill>
                <a:latin typeface="Arial"/>
              </a:rPr>
              <a:t>2 vragen per zin: argument? oordeel?</a:t>
            </a:r>
          </a:p>
        </p:txBody>
      </p:sp>
      <p:sp>
        <p:nvSpPr>
          <p:cNvPr id="10" name="TextBox 9"/>
          <p:cNvSpPr txBox="1"/>
          <p:nvPr/>
        </p:nvSpPr>
        <p:spPr>
          <a:xfrm>
            <a:off x="4334256" y="3977639"/>
            <a:ext cx="1645920" cy="365760"/>
          </a:xfrm>
          <a:prstGeom prst="rect">
            <a:avLst/>
          </a:prstGeom>
          <a:noFill/>
        </p:spPr>
        <p:txBody>
          <a:bodyPr wrap="square" anchor="t" lIns="0" rIns="0">
            <a:spAutoFit/>
          </a:bodyPr>
          <a:lstStyle/>
          <a:p>
            <a:pPr algn="ctr">
              <a:spcAft>
                <a:spcPts val="600"/>
              </a:spcAft>
            </a:pPr>
            <a:r>
              <a:rPr b="1" i="0" sz="1300">
                <a:solidFill>
                  <a:srgbClr val="6B6B6B"/>
                </a:solidFill>
                <a:latin typeface="Arial"/>
              </a:rPr>
              <a:t>Jev</a:t>
            </a:r>
          </a:p>
        </p:txBody>
      </p:sp>
      <p:cxnSp>
        <p:nvCxnSpPr>
          <p:cNvPr id="11" name="Connector 10"/>
          <p:cNvCxnSpPr/>
          <p:nvPr/>
        </p:nvCxnSpPr>
        <p:spPr>
          <a:xfrm>
            <a:off x="6007608" y="3035808"/>
            <a:ext cx="192024"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ap Tabel"/>
          <p:cNvSpPr/>
          <p:nvPr/>
        </p:nvSpPr>
        <p:spPr>
          <a:xfrm>
            <a:off x="6227064" y="2240280"/>
            <a:ext cx="164592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91440" bIns="91440"/>
          <a:lstStyle/>
          <a:p>
            <a:pPr algn="ctr">
              <a:spcAft>
                <a:spcPts val="300"/>
              </a:spcAft>
            </a:pPr>
            <a:r>
              <a:rPr b="1" i="0" sz="1700">
                <a:solidFill>
                  <a:srgbClr val="1E1E1E"/>
                </a:solidFill>
                <a:latin typeface="Arial"/>
              </a:rPr>
              <a:t>Tabel</a:t>
            </a:r>
          </a:p>
          <a:p>
            <a:pPr algn="ctr">
              <a:spcAft>
                <a:spcPts val="300"/>
              </a:spcAft>
            </a:pPr>
            <a:r>
              <a:rPr b="0" i="0" sz="1300">
                <a:solidFill>
                  <a:srgbClr val="1E1E1E"/>
                </a:solidFill>
                <a:latin typeface="Arial"/>
              </a:rPr>
              <a:t>zinnen + antwoorden</a:t>
            </a:r>
          </a:p>
        </p:txBody>
      </p:sp>
      <p:sp>
        <p:nvSpPr>
          <p:cNvPr id="13" name="TextBox 12"/>
          <p:cNvSpPr txBox="1"/>
          <p:nvPr/>
        </p:nvSpPr>
        <p:spPr>
          <a:xfrm>
            <a:off x="6227064" y="3977639"/>
            <a:ext cx="1645920" cy="365760"/>
          </a:xfrm>
          <a:prstGeom prst="rect">
            <a:avLst/>
          </a:prstGeom>
          <a:noFill/>
        </p:spPr>
        <p:txBody>
          <a:bodyPr wrap="square" anchor="t" lIns="0" rIns="0">
            <a:spAutoFit/>
          </a:bodyPr>
          <a:lstStyle/>
          <a:p>
            <a:pPr algn="ctr">
              <a:spcAft>
                <a:spcPts val="600"/>
              </a:spcAft>
            </a:pPr>
            <a:r>
              <a:rPr b="1" i="0" sz="1300">
                <a:solidFill>
                  <a:srgbClr val="6B6B6B"/>
                </a:solidFill>
                <a:latin typeface="Arial"/>
              </a:rPr>
              <a:t>pandas</a:t>
            </a:r>
          </a:p>
        </p:txBody>
      </p:sp>
      <p:cxnSp>
        <p:nvCxnSpPr>
          <p:cNvPr id="14" name="Connector 13"/>
          <p:cNvCxnSpPr/>
          <p:nvPr/>
        </p:nvCxnSpPr>
        <p:spPr>
          <a:xfrm>
            <a:off x="7900416" y="3035808"/>
            <a:ext cx="192024"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tap Grafiek"/>
          <p:cNvSpPr/>
          <p:nvPr/>
        </p:nvSpPr>
        <p:spPr>
          <a:xfrm>
            <a:off x="8119872" y="2240280"/>
            <a:ext cx="164592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91440" bIns="91440"/>
          <a:lstStyle/>
          <a:p>
            <a:pPr algn="ctr">
              <a:spcAft>
                <a:spcPts val="300"/>
              </a:spcAft>
            </a:pPr>
            <a:r>
              <a:rPr b="1" i="0" sz="1700">
                <a:solidFill>
                  <a:srgbClr val="1E1E1E"/>
                </a:solidFill>
                <a:latin typeface="Arial"/>
              </a:rPr>
              <a:t>Grafiek</a:t>
            </a:r>
          </a:p>
          <a:p>
            <a:pPr algn="ctr">
              <a:spcAft>
                <a:spcPts val="300"/>
              </a:spcAft>
            </a:pPr>
            <a:r>
              <a:rPr b="0" i="0" sz="1300">
                <a:solidFill>
                  <a:srgbClr val="1E1E1E"/>
                </a:solidFill>
                <a:latin typeface="Arial"/>
              </a:rPr>
              <a:t>oordeel per rapport</a:t>
            </a:r>
          </a:p>
        </p:txBody>
      </p:sp>
      <p:sp>
        <p:nvSpPr>
          <p:cNvPr id="16" name="TextBox 15"/>
          <p:cNvSpPr txBox="1"/>
          <p:nvPr/>
        </p:nvSpPr>
        <p:spPr>
          <a:xfrm>
            <a:off x="8119872" y="3977639"/>
            <a:ext cx="1645920" cy="365760"/>
          </a:xfrm>
          <a:prstGeom prst="rect">
            <a:avLst/>
          </a:prstGeom>
          <a:noFill/>
        </p:spPr>
        <p:txBody>
          <a:bodyPr wrap="square" anchor="t" lIns="0" rIns="0">
            <a:spAutoFit/>
          </a:bodyPr>
          <a:lstStyle/>
          <a:p>
            <a:pPr algn="ctr">
              <a:spcAft>
                <a:spcPts val="600"/>
              </a:spcAft>
            </a:pPr>
            <a:r>
              <a:rPr b="1" i="0" sz="1300">
                <a:solidFill>
                  <a:srgbClr val="6B6B6B"/>
                </a:solidFill>
                <a:latin typeface="Arial"/>
              </a:rPr>
              <a:t>matplotlib</a:t>
            </a:r>
          </a:p>
        </p:txBody>
      </p:sp>
      <p:cxnSp>
        <p:nvCxnSpPr>
          <p:cNvPr id="17" name="Connector 16"/>
          <p:cNvCxnSpPr/>
          <p:nvPr/>
        </p:nvCxnSpPr>
        <p:spPr>
          <a:xfrm>
            <a:off x="9793224" y="3035808"/>
            <a:ext cx="192024"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tap Toets"/>
          <p:cNvSpPr/>
          <p:nvPr/>
        </p:nvSpPr>
        <p:spPr>
          <a:xfrm>
            <a:off x="10012680" y="2240280"/>
            <a:ext cx="1645920" cy="16002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91440" bIns="91440"/>
          <a:lstStyle/>
          <a:p>
            <a:pPr algn="ctr">
              <a:spcAft>
                <a:spcPts val="300"/>
              </a:spcAft>
            </a:pPr>
            <a:r>
              <a:rPr b="1" i="0" sz="1700">
                <a:solidFill>
                  <a:srgbClr val="1E1E1E"/>
                </a:solidFill>
                <a:latin typeface="Arial"/>
              </a:rPr>
              <a:t>Toets</a:t>
            </a:r>
          </a:p>
          <a:p>
            <a:pPr algn="ctr">
              <a:spcAft>
                <a:spcPts val="300"/>
              </a:spcAft>
            </a:pPr>
            <a:r>
              <a:rPr b="0" i="0" sz="1300">
                <a:solidFill>
                  <a:srgbClr val="1E1E1E"/>
                </a:solidFill>
                <a:latin typeface="Arial"/>
              </a:rPr>
              <a:t>verleend vs geweigerd</a:t>
            </a:r>
          </a:p>
        </p:txBody>
      </p:sp>
      <p:sp>
        <p:nvSpPr>
          <p:cNvPr id="19" name="TextBox 18"/>
          <p:cNvSpPr txBox="1"/>
          <p:nvPr/>
        </p:nvSpPr>
        <p:spPr>
          <a:xfrm>
            <a:off x="10012680" y="3977639"/>
            <a:ext cx="1645920" cy="365760"/>
          </a:xfrm>
          <a:prstGeom prst="rect">
            <a:avLst/>
          </a:prstGeom>
          <a:noFill/>
        </p:spPr>
        <p:txBody>
          <a:bodyPr wrap="square" anchor="t" lIns="0" rIns="0">
            <a:spAutoFit/>
          </a:bodyPr>
          <a:lstStyle/>
          <a:p>
            <a:pPr algn="ctr">
              <a:spcAft>
                <a:spcPts val="600"/>
              </a:spcAft>
            </a:pPr>
            <a:r>
              <a:rPr b="1" i="0" sz="1300">
                <a:solidFill>
                  <a:srgbClr val="6B6B6B"/>
                </a:solidFill>
                <a:latin typeface="Arial"/>
              </a:rPr>
              <a:t>scipy</a:t>
            </a:r>
          </a:p>
        </p:txBody>
      </p:sp>
      <p:sp>
        <p:nvSpPr>
          <p:cNvPr id="20" name="Oval 19"/>
          <p:cNvSpPr/>
          <p:nvPr/>
        </p:nvSpPr>
        <p:spPr>
          <a:xfrm>
            <a:off x="548640" y="4846320"/>
            <a:ext cx="292608" cy="292608"/>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21" name="TextBox 20"/>
          <p:cNvSpPr txBox="1"/>
          <p:nvPr/>
        </p:nvSpPr>
        <p:spPr>
          <a:xfrm>
            <a:off x="1005840" y="4754880"/>
            <a:ext cx="5029200" cy="822960"/>
          </a:xfrm>
          <a:prstGeom prst="rect">
            <a:avLst/>
          </a:prstGeom>
          <a:noFill/>
        </p:spPr>
        <p:txBody>
          <a:bodyPr wrap="square" anchor="t" lIns="0" rIns="0">
            <a:spAutoFit/>
          </a:bodyPr>
          <a:lstStyle/>
          <a:p>
            <a:pPr algn="l">
              <a:spcAft>
                <a:spcPts val="600"/>
              </a:spcAft>
            </a:pPr>
            <a:r>
              <a:rPr b="1" i="0" sz="1500">
                <a:solidFill>
                  <a:srgbClr val="1E1E1E"/>
                </a:solidFill>
                <a:latin typeface="Arial"/>
              </a:rPr>
              <a:t>Jev  </a:t>
            </a:r>
            <a:r>
              <a:rPr b="0" i="0" sz="1500">
                <a:solidFill>
                  <a:srgbClr val="6B6B6B"/>
                </a:solidFill>
                <a:latin typeface="Arial"/>
              </a:rPr>
              <a:t>oordelen per zin, met zekerheid</a:t>
            </a:r>
          </a:p>
        </p:txBody>
      </p:sp>
      <p:sp>
        <p:nvSpPr>
          <p:cNvPr id="22" name="Oval 21"/>
          <p:cNvSpPr/>
          <p:nvPr/>
        </p:nvSpPr>
        <p:spPr>
          <a:xfrm>
            <a:off x="6217920" y="4846320"/>
            <a:ext cx="292608" cy="292608"/>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23" name="TextBox 22"/>
          <p:cNvSpPr txBox="1"/>
          <p:nvPr/>
        </p:nvSpPr>
        <p:spPr>
          <a:xfrm>
            <a:off x="6675120" y="4754880"/>
            <a:ext cx="5029200" cy="822960"/>
          </a:xfrm>
          <a:prstGeom prst="rect">
            <a:avLst/>
          </a:prstGeom>
          <a:noFill/>
        </p:spPr>
        <p:txBody>
          <a:bodyPr wrap="square" anchor="t" lIns="0" rIns="0">
            <a:spAutoFit/>
          </a:bodyPr>
          <a:lstStyle/>
          <a:p>
            <a:pPr algn="l">
              <a:spcAft>
                <a:spcPts val="600"/>
              </a:spcAft>
            </a:pPr>
            <a:r>
              <a:rPr b="1" i="0" sz="1500">
                <a:solidFill>
                  <a:srgbClr val="1E1E1E"/>
                </a:solidFill>
                <a:latin typeface="Arial"/>
              </a:rPr>
              <a:t>Code  </a:t>
            </a:r>
            <a:r>
              <a:rPr b="0" i="0" sz="1500">
                <a:solidFill>
                  <a:srgbClr val="6B6B6B"/>
                </a:solidFill>
                <a:latin typeface="Arial"/>
              </a:rPr>
              <a:t>alles wat exact kan: knippen, tellen, rekenen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Van tekst naar tabel</a:t>
            </a:r>
          </a:p>
        </p:txBody>
      </p:sp>
      <p:graphicFrame>
        <p:nvGraphicFramePr>
          <p:cNvPr id="3" name="Table 2"/>
          <p:cNvGraphicFramePr>
            <a:graphicFrameLocks noGrp="1"/>
          </p:cNvGraphicFramePr>
          <p:nvPr/>
        </p:nvGraphicFramePr>
        <p:xfrm>
          <a:off x="548640" y="1828800"/>
          <a:ext cx="11091672" cy="3017520"/>
        </p:xfrm>
        <a:graphic>
          <a:graphicData uri="http://schemas.openxmlformats.org/drawingml/2006/table">
            <a:tbl>
              <a:tblPr firstRow="1" bandRow="1">
                <a:tableStyleId>{5C22544A-7EE6-4342-B048-85BDC9FD1C3A}</a:tableStyleId>
              </a:tblPr>
              <a:tblGrid>
                <a:gridCol w="1600200"/>
                <a:gridCol w="5788152"/>
                <a:gridCol w="1188720"/>
                <a:gridCol w="1005840"/>
                <a:gridCol w="1508760"/>
              </a:tblGrid>
              <a:tr h="502920">
                <a:tc>
                  <a:txBody>
                    <a:bodyPr/>
                    <a:lstStyle/>
                    <a:p>
                      <a:r>
                        <a:rPr b="1" i="0" sz="1300">
                          <a:solidFill>
                            <a:srgbClr val="FFFFFF"/>
                          </a:solidFill>
                          <a:latin typeface="Arial"/>
                        </a:rPr>
                        <a:t>rapport</a:t>
                      </a:r>
                    </a:p>
                  </a:txBody>
                  <a:tcPr marL="91440" marR="91440" marT="36576" marB="36576" anchor="ctr">
                    <a:solidFill>
                      <a:srgbClr val="00A0D2"/>
                    </a:solidFill>
                  </a:tcPr>
                </a:tc>
                <a:tc>
                  <a:txBody>
                    <a:bodyPr/>
                    <a:lstStyle/>
                    <a:p>
                      <a:r>
                        <a:rPr b="1" i="0" sz="1300">
                          <a:solidFill>
                            <a:srgbClr val="FFFFFF"/>
                          </a:solidFill>
                          <a:latin typeface="Arial"/>
                        </a:rPr>
                        <a:t>zin</a:t>
                      </a:r>
                    </a:p>
                  </a:txBody>
                  <a:tcPr marL="91440" marR="91440" marT="36576" marB="36576" anchor="ctr">
                    <a:solidFill>
                      <a:srgbClr val="00A0D2"/>
                    </a:solidFill>
                  </a:tcPr>
                </a:tc>
                <a:tc>
                  <a:txBody>
                    <a:bodyPr/>
                    <a:lstStyle/>
                    <a:p>
                      <a:r>
                        <a:rPr b="1" i="0" sz="1300">
                          <a:solidFill>
                            <a:srgbClr val="FFFFFF"/>
                          </a:solidFill>
                          <a:latin typeface="Arial"/>
                        </a:rPr>
                        <a:t>is_argument</a:t>
                      </a:r>
                    </a:p>
                  </a:txBody>
                  <a:tcPr marL="91440" marR="91440" marT="36576" marB="36576" anchor="ctr">
                    <a:solidFill>
                      <a:srgbClr val="00A0D2"/>
                    </a:solidFill>
                  </a:tcPr>
                </a:tc>
                <a:tc>
                  <a:txBody>
                    <a:bodyPr/>
                    <a:lstStyle/>
                    <a:p>
                      <a:r>
                        <a:rPr b="1" i="0" sz="1300">
                          <a:solidFill>
                            <a:srgbClr val="FFFFFF"/>
                          </a:solidFill>
                          <a:latin typeface="Arial"/>
                        </a:rPr>
                        <a:t>oordeel</a:t>
                      </a:r>
                    </a:p>
                  </a:txBody>
                  <a:tcPr marL="91440" marR="91440" marT="36576" marB="36576" anchor="ctr">
                    <a:solidFill>
                      <a:srgbClr val="00A0D2"/>
                    </a:solidFill>
                  </a:tcPr>
                </a:tc>
                <a:tc>
                  <a:txBody>
                    <a:bodyPr/>
                    <a:lstStyle/>
                    <a:p>
                      <a:r>
                        <a:rPr b="1" i="0" sz="1300">
                          <a:solidFill>
                            <a:srgbClr val="FFFFFF"/>
                          </a:solidFill>
                          <a:latin typeface="Arial"/>
                        </a:rPr>
                        <a:t>oordeel_conf</a:t>
                      </a:r>
                    </a:p>
                  </a:txBody>
                  <a:tcPr marL="91440" marR="91440" marT="36576" marB="36576" anchor="ctr">
                    <a:solidFill>
                      <a:srgbClr val="00A0D2"/>
                    </a:solidFill>
                  </a:tcPr>
                </a:tc>
              </a:tr>
              <a:tr h="502920">
                <a:tc>
                  <a:txBody>
                    <a:bodyPr/>
                    <a:lstStyle/>
                    <a:p>
                      <a:r>
                        <a:rPr b="0" i="0" sz="1300">
                          <a:solidFill>
                            <a:srgbClr val="1E1E1E"/>
                          </a:solidFill>
                          <a:latin typeface="Arial"/>
                        </a:rPr>
                        <a:t>DEX (geweigerd)</a:t>
                      </a:r>
                    </a:p>
                  </a:txBody>
                  <a:tcPr marL="91440" marR="91440" marT="36576" marB="36576" anchor="ctr">
                    <a:solidFill>
                      <a:srgbClr val="FFFFFF"/>
                    </a:solidFill>
                  </a:tcPr>
                </a:tc>
                <a:tc>
                  <a:txBody>
                    <a:bodyPr/>
                    <a:lstStyle/>
                    <a:p>
                      <a:r>
                        <a:rPr b="0" i="0" sz="1300">
                          <a:solidFill>
                            <a:srgbClr val="1E1E1E"/>
                          </a:solidFill>
                          <a:latin typeface="Arial"/>
                        </a:rPr>
                        <a:t>The concerned member state involved in this procedure was Germany.</a:t>
                      </a:r>
                    </a:p>
                  </a:txBody>
                  <a:tcPr marL="91440" marR="91440" marT="36576" marB="36576" anchor="ctr">
                    <a:solidFill>
                      <a:srgbClr val="FFFFFF"/>
                    </a:solidFill>
                  </a:tcPr>
                </a:tc>
                <a:tc>
                  <a:txBody>
                    <a:bodyPr/>
                    <a:lstStyle/>
                    <a:p>
                      <a:r>
                        <a:rPr b="0" i="0" sz="1300">
                          <a:solidFill>
                            <a:srgbClr val="1E1E1E"/>
                          </a:solidFill>
                          <a:latin typeface="Arial"/>
                        </a:rPr>
                        <a:t>0,04</a:t>
                      </a:r>
                    </a:p>
                  </a:txBody>
                  <a:tcPr marL="91440" marR="91440" marT="36576" marB="36576" anchor="ctr">
                    <a:solidFill>
                      <a:srgbClr val="FFFFFF"/>
                    </a:solidFill>
                  </a:tcPr>
                </a:tc>
                <a:tc>
                  <a:txBody>
                    <a:bodyPr/>
                    <a:lstStyle/>
                    <a:p>
                      <a:r>
                        <a:rPr b="0" i="0" sz="1300">
                          <a:solidFill>
                            <a:srgbClr val="1E1E1E"/>
                          </a:solidFill>
                          <a:latin typeface="Arial"/>
                        </a:rPr>
                        <a:t>neutral</a:t>
                      </a:r>
                    </a:p>
                  </a:txBody>
                  <a:tcPr marL="91440" marR="91440" marT="36576" marB="36576" anchor="ctr">
                    <a:solidFill>
                      <a:srgbClr val="FFFFFF"/>
                    </a:solidFill>
                  </a:tcPr>
                </a:tc>
                <a:tc>
                  <a:txBody>
                    <a:bodyPr/>
                    <a:lstStyle/>
                    <a:p>
                      <a:r>
                        <a:rPr b="0" i="0" sz="1300">
                          <a:solidFill>
                            <a:srgbClr val="1E1E1E"/>
                          </a:solidFill>
                          <a:latin typeface="Arial"/>
                        </a:rPr>
                        <a:t>0,95</a:t>
                      </a:r>
                    </a:p>
                  </a:txBody>
                  <a:tcPr marL="91440" marR="91440" marT="36576" marB="36576" anchor="ctr">
                    <a:solidFill>
                      <a:srgbClr val="FFFFFF"/>
                    </a:solidFill>
                  </a:tcPr>
                </a:tc>
              </a:tr>
              <a:tr h="502920">
                <a:tc>
                  <a:txBody>
                    <a:bodyPr/>
                    <a:lstStyle/>
                    <a:p>
                      <a:r>
                        <a:rPr b="0" i="0" sz="1300">
                          <a:solidFill>
                            <a:srgbClr val="1E1E1E"/>
                          </a:solidFill>
                          <a:latin typeface="Arial"/>
                        </a:rPr>
                        <a:t>DEX (geweigerd)</a:t>
                      </a:r>
                    </a:p>
                  </a:txBody>
                  <a:tcPr marL="91440" marR="91440" marT="36576" marB="36576" anchor="ctr">
                    <a:solidFill>
                      <a:srgbClr val="F2F2F2"/>
                    </a:solidFill>
                  </a:tcPr>
                </a:tc>
                <a:tc>
                  <a:txBody>
                    <a:bodyPr/>
                    <a:lstStyle/>
                    <a:p>
                      <a:r>
                        <a:rPr b="0" i="0" sz="1300">
                          <a:solidFill>
                            <a:srgbClr val="1E1E1E"/>
                          </a:solidFill>
                          <a:latin typeface="Arial"/>
                        </a:rPr>
                        <a:t>Instead, 'indirect bridging' was used via a product that was described in too little detail …</a:t>
                      </a:r>
                    </a:p>
                  </a:txBody>
                  <a:tcPr marL="91440" marR="91440" marT="36576" marB="36576" anchor="ctr">
                    <a:solidFill>
                      <a:srgbClr val="F2F2F2"/>
                    </a:solidFill>
                  </a:tcPr>
                </a:tc>
                <a:tc>
                  <a:txBody>
                    <a:bodyPr/>
                    <a:lstStyle/>
                    <a:p>
                      <a:r>
                        <a:rPr b="0" i="0" sz="1300">
                          <a:solidFill>
                            <a:srgbClr val="1E1E1E"/>
                          </a:solidFill>
                          <a:latin typeface="Arial"/>
                        </a:rPr>
                        <a:t>0,93</a:t>
                      </a:r>
                    </a:p>
                  </a:txBody>
                  <a:tcPr marL="91440" marR="91440" marT="36576" marB="36576" anchor="ctr">
                    <a:solidFill>
                      <a:srgbClr val="F2F2F2"/>
                    </a:solidFill>
                  </a:tcPr>
                </a:tc>
                <a:tc>
                  <a:txBody>
                    <a:bodyPr/>
                    <a:lstStyle/>
                    <a:p>
                      <a:r>
                        <a:rPr b="0" i="0" sz="1300">
                          <a:solidFill>
                            <a:srgbClr val="1E1E1E"/>
                          </a:solidFill>
                          <a:latin typeface="Arial"/>
                        </a:rPr>
                        <a:t>negative</a:t>
                      </a:r>
                    </a:p>
                  </a:txBody>
                  <a:tcPr marL="91440" marR="91440" marT="36576" marB="36576" anchor="ctr">
                    <a:solidFill>
                      <a:srgbClr val="F2F2F2"/>
                    </a:solidFill>
                  </a:tcPr>
                </a:tc>
                <a:tc>
                  <a:txBody>
                    <a:bodyPr/>
                    <a:lstStyle/>
                    <a:p>
                      <a:r>
                        <a:rPr b="0" i="0" sz="1300">
                          <a:solidFill>
                            <a:srgbClr val="1E1E1E"/>
                          </a:solidFill>
                          <a:latin typeface="Arial"/>
                        </a:rPr>
                        <a:t>0,88</a:t>
                      </a:r>
                    </a:p>
                  </a:txBody>
                  <a:tcPr marL="91440" marR="91440" marT="36576" marB="36576" anchor="ctr">
                    <a:solidFill>
                      <a:srgbClr val="F2F2F2"/>
                    </a:solidFill>
                  </a:tcPr>
                </a:tc>
              </a:tr>
              <a:tr h="502920">
                <a:tc>
                  <a:txBody>
                    <a:bodyPr/>
                    <a:lstStyle/>
                    <a:p>
                      <a:r>
                        <a:rPr b="0" i="0" sz="1300">
                          <a:solidFill>
                            <a:srgbClr val="1E1E1E"/>
                          </a:solidFill>
                          <a:latin typeface="Arial"/>
                        </a:rPr>
                        <a:t>DEX (geweigerd)</a:t>
                      </a:r>
                    </a:p>
                  </a:txBody>
                  <a:tcPr marL="91440" marR="91440" marT="36576" marB="36576" anchor="ctr">
                    <a:solidFill>
                      <a:srgbClr val="FFFFFF"/>
                    </a:solidFill>
                  </a:tcPr>
                </a:tc>
                <a:tc>
                  <a:txBody>
                    <a:bodyPr/>
                    <a:lstStyle/>
                    <a:p>
                      <a:r>
                        <a:rPr b="0" i="0" sz="1300">
                          <a:solidFill>
                            <a:srgbClr val="1E1E1E"/>
                          </a:solidFill>
                          <a:latin typeface="Arial"/>
                        </a:rPr>
                        <a:t>The benefit/risk of the product is considered negative.</a:t>
                      </a:r>
                    </a:p>
                  </a:txBody>
                  <a:tcPr marL="91440" marR="91440" marT="36576" marB="36576" anchor="ctr">
                    <a:solidFill>
                      <a:srgbClr val="FFFFFF"/>
                    </a:solidFill>
                  </a:tcPr>
                </a:tc>
                <a:tc>
                  <a:txBody>
                    <a:bodyPr/>
                    <a:lstStyle/>
                    <a:p>
                      <a:r>
                        <a:rPr b="0" i="0" sz="1300">
                          <a:solidFill>
                            <a:srgbClr val="1E1E1E"/>
                          </a:solidFill>
                          <a:latin typeface="Arial"/>
                        </a:rPr>
                        <a:t>0,98</a:t>
                      </a:r>
                    </a:p>
                  </a:txBody>
                  <a:tcPr marL="91440" marR="91440" marT="36576" marB="36576" anchor="ctr">
                    <a:solidFill>
                      <a:srgbClr val="FFFFFF"/>
                    </a:solidFill>
                  </a:tcPr>
                </a:tc>
                <a:tc>
                  <a:txBody>
                    <a:bodyPr/>
                    <a:lstStyle/>
                    <a:p>
                      <a:r>
                        <a:rPr b="0" i="0" sz="1300">
                          <a:solidFill>
                            <a:srgbClr val="1E1E1E"/>
                          </a:solidFill>
                          <a:latin typeface="Arial"/>
                        </a:rPr>
                        <a:t>negative</a:t>
                      </a:r>
                    </a:p>
                  </a:txBody>
                  <a:tcPr marL="91440" marR="91440" marT="36576" marB="36576" anchor="ctr">
                    <a:solidFill>
                      <a:srgbClr val="FFFFFF"/>
                    </a:solidFill>
                  </a:tcPr>
                </a:tc>
                <a:tc>
                  <a:txBody>
                    <a:bodyPr/>
                    <a:lstStyle/>
                    <a:p>
                      <a:r>
                        <a:rPr b="0" i="0" sz="1300">
                          <a:solidFill>
                            <a:srgbClr val="1E1E1E"/>
                          </a:solidFill>
                          <a:latin typeface="Arial"/>
                        </a:rPr>
                        <a:t>1,00</a:t>
                      </a:r>
                    </a:p>
                  </a:txBody>
                  <a:tcPr marL="91440" marR="91440" marT="36576" marB="36576" anchor="ctr">
                    <a:solidFill>
                      <a:srgbClr val="FFFFFF"/>
                    </a:solidFill>
                  </a:tcPr>
                </a:tc>
              </a:tr>
              <a:tr h="502920">
                <a:tc>
                  <a:txBody>
                    <a:bodyPr/>
                    <a:lstStyle/>
                    <a:p>
                      <a:r>
                        <a:rPr b="0" i="0" sz="1300">
                          <a:solidFill>
                            <a:srgbClr val="1E1E1E"/>
                          </a:solidFill>
                          <a:latin typeface="Arial"/>
                        </a:rPr>
                        <a:t>FUL (verleend)</a:t>
                      </a:r>
                    </a:p>
                  </a:txBody>
                  <a:tcPr marL="91440" marR="91440" marT="36576" marB="36576" anchor="ctr">
                    <a:solidFill>
                      <a:srgbClr val="F2F2F2"/>
                    </a:solidFill>
                  </a:tcPr>
                </a:tc>
                <a:tc>
                  <a:txBody>
                    <a:bodyPr/>
                    <a:lstStyle/>
                    <a:p>
                      <a:r>
                        <a:rPr b="0" i="0" sz="1300">
                          <a:solidFill>
                            <a:srgbClr val="1E1E1E"/>
                          </a:solidFill>
                          <a:latin typeface="Arial"/>
                        </a:rPr>
                        <a:t>The active substance specification is considered adequate to control the quality.</a:t>
                      </a:r>
                    </a:p>
                  </a:txBody>
                  <a:tcPr marL="91440" marR="91440" marT="36576" marB="36576" anchor="ctr">
                    <a:solidFill>
                      <a:srgbClr val="F2F2F2"/>
                    </a:solidFill>
                  </a:tcPr>
                </a:tc>
                <a:tc>
                  <a:txBody>
                    <a:bodyPr/>
                    <a:lstStyle/>
                    <a:p>
                      <a:r>
                        <a:rPr b="0" i="0" sz="1300">
                          <a:solidFill>
                            <a:srgbClr val="1E1E1E"/>
                          </a:solidFill>
                          <a:latin typeface="Arial"/>
                        </a:rPr>
                        <a:t>0,97</a:t>
                      </a:r>
                    </a:p>
                  </a:txBody>
                  <a:tcPr marL="91440" marR="91440" marT="36576" marB="36576" anchor="ctr">
                    <a:solidFill>
                      <a:srgbClr val="F2F2F2"/>
                    </a:solidFill>
                  </a:tcPr>
                </a:tc>
                <a:tc>
                  <a:txBody>
                    <a:bodyPr/>
                    <a:lstStyle/>
                    <a:p>
                      <a:r>
                        <a:rPr b="0" i="0" sz="1300">
                          <a:solidFill>
                            <a:srgbClr val="1E1E1E"/>
                          </a:solidFill>
                          <a:latin typeface="Arial"/>
                        </a:rPr>
                        <a:t>positive</a:t>
                      </a:r>
                    </a:p>
                  </a:txBody>
                  <a:tcPr marL="91440" marR="91440" marT="36576" marB="36576" anchor="ctr">
                    <a:solidFill>
                      <a:srgbClr val="F2F2F2"/>
                    </a:solidFill>
                  </a:tcPr>
                </a:tc>
                <a:tc>
                  <a:txBody>
                    <a:bodyPr/>
                    <a:lstStyle/>
                    <a:p>
                      <a:r>
                        <a:rPr b="0" i="0" sz="1300">
                          <a:solidFill>
                            <a:srgbClr val="1E1E1E"/>
                          </a:solidFill>
                          <a:latin typeface="Arial"/>
                        </a:rPr>
                        <a:t>0,96</a:t>
                      </a:r>
                    </a:p>
                  </a:txBody>
                  <a:tcPr marL="91440" marR="91440" marT="36576" marB="36576" anchor="ctr">
                    <a:solidFill>
                      <a:srgbClr val="F2F2F2"/>
                    </a:solidFill>
                  </a:tcPr>
                </a:tc>
              </a:tr>
              <a:tr h="502920">
                <a:tc>
                  <a:txBody>
                    <a:bodyPr/>
                    <a:lstStyle/>
                    <a:p>
                      <a:r>
                        <a:rPr b="0" i="0" sz="1300">
                          <a:solidFill>
                            <a:srgbClr val="1E1E1E"/>
                          </a:solidFill>
                          <a:latin typeface="Arial"/>
                        </a:rPr>
                        <a:t>FUL (verleend)</a:t>
                      </a:r>
                    </a:p>
                  </a:txBody>
                  <a:tcPr marL="91440" marR="91440" marT="36576" marB="36576" anchor="ctr">
                    <a:solidFill>
                      <a:srgbClr val="FFFFFF"/>
                    </a:solidFill>
                  </a:tcPr>
                </a:tc>
                <a:tc>
                  <a:txBody>
                    <a:bodyPr/>
                    <a:lstStyle/>
                    <a:p>
                      <a:r>
                        <a:rPr b="0" i="0" sz="1300">
                          <a:solidFill>
                            <a:srgbClr val="1E1E1E"/>
                          </a:solidFill>
                          <a:latin typeface="Arial"/>
                        </a:rPr>
                        <a:t>Each ml of the solution contains 50 mg fulvestrant.</a:t>
                      </a:r>
                    </a:p>
                  </a:txBody>
                  <a:tcPr marL="91440" marR="91440" marT="36576" marB="36576" anchor="ctr">
                    <a:solidFill>
                      <a:srgbClr val="FFFFFF"/>
                    </a:solidFill>
                  </a:tcPr>
                </a:tc>
                <a:tc>
                  <a:txBody>
                    <a:bodyPr/>
                    <a:lstStyle/>
                    <a:p>
                      <a:r>
                        <a:rPr b="0" i="0" sz="1300">
                          <a:solidFill>
                            <a:srgbClr val="1E1E1E"/>
                          </a:solidFill>
                          <a:latin typeface="Arial"/>
                        </a:rPr>
                        <a:t>0,03</a:t>
                      </a:r>
                    </a:p>
                  </a:txBody>
                  <a:tcPr marL="91440" marR="91440" marT="36576" marB="36576" anchor="ctr">
                    <a:solidFill>
                      <a:srgbClr val="FFFFFF"/>
                    </a:solidFill>
                  </a:tcPr>
                </a:tc>
                <a:tc>
                  <a:txBody>
                    <a:bodyPr/>
                    <a:lstStyle/>
                    <a:p>
                      <a:r>
                        <a:rPr b="0" i="0" sz="1300">
                          <a:solidFill>
                            <a:srgbClr val="1E1E1E"/>
                          </a:solidFill>
                          <a:latin typeface="Arial"/>
                        </a:rPr>
                        <a:t>neutral</a:t>
                      </a:r>
                    </a:p>
                  </a:txBody>
                  <a:tcPr marL="91440" marR="91440" marT="36576" marB="36576" anchor="ctr">
                    <a:solidFill>
                      <a:srgbClr val="FFFFFF"/>
                    </a:solidFill>
                  </a:tcPr>
                </a:tc>
                <a:tc>
                  <a:txBody>
                    <a:bodyPr/>
                    <a:lstStyle/>
                    <a:p>
                      <a:r>
                        <a:rPr b="0" i="0" sz="1300">
                          <a:solidFill>
                            <a:srgbClr val="1E1E1E"/>
                          </a:solidFill>
                          <a:latin typeface="Arial"/>
                        </a:rPr>
                        <a:t>0,97</a:t>
                      </a:r>
                    </a:p>
                  </a:txBody>
                  <a:tcPr marL="91440" marR="91440" marT="36576" marB="36576" anchor="ctr">
                    <a:solidFill>
                      <a:srgbClr val="FFFFFF"/>
                    </a:solidFill>
                  </a:tcPr>
                </a:tc>
              </a:tr>
            </a:tbl>
          </a:graphicData>
        </a:graphic>
      </p:graphicFrame>
      <p:sp>
        <p:nvSpPr>
          <p:cNvPr id="4" name="TextBox 3"/>
          <p:cNvSpPr txBox="1"/>
          <p:nvPr/>
        </p:nvSpPr>
        <p:spPr>
          <a:xfrm>
            <a:off x="548640" y="5074920"/>
            <a:ext cx="11091672" cy="822960"/>
          </a:xfrm>
          <a:prstGeom prst="rect">
            <a:avLst/>
          </a:prstGeom>
          <a:noFill/>
        </p:spPr>
        <p:txBody>
          <a:bodyPr wrap="square" anchor="t" lIns="0" rIns="0">
            <a:spAutoFit/>
          </a:bodyPr>
          <a:lstStyle/>
          <a:p>
            <a:pPr algn="l">
              <a:spcAft>
                <a:spcPts val="600"/>
              </a:spcAft>
            </a:pPr>
            <a:r>
              <a:rPr b="1" i="0" sz="1400">
                <a:solidFill>
                  <a:srgbClr val="6B6B6B"/>
                </a:solidFill>
                <a:latin typeface="Arial"/>
              </a:rPr>
              <a:t>Elke Jev-vraag wordt een kolom. Illustratieve waarden. </a:t>
            </a:r>
            <a:r>
              <a:rPr b="0" i="0" sz="1400">
                <a:solidFill>
                  <a:srgbClr val="6B6B6B"/>
                </a:solidFill>
                <a:latin typeface="Arial"/>
              </a:rPr>
              <a:t>Eén verzoek per zin, met twee vragen. Zinnen met is_argument ≥ 0,5 gaan door naar de analyse.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Van tabel naar grafiek en toets</a:t>
            </a:r>
          </a:p>
        </p:txBody>
      </p:sp>
      <p:sp>
        <p:nvSpPr>
          <p:cNvPr id="3" name="1 · Grafiek per rapport"/>
          <p:cNvSpPr/>
          <p:nvPr/>
        </p:nvSpPr>
        <p:spPr>
          <a:xfrm>
            <a:off x="548640" y="1828800"/>
            <a:ext cx="5422392" cy="283464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TextBox 3"/>
          <p:cNvSpPr txBox="1"/>
          <p:nvPr/>
        </p:nvSpPr>
        <p:spPr>
          <a:xfrm>
            <a:off x="822959" y="1965960"/>
            <a:ext cx="4937760" cy="457200"/>
          </a:xfrm>
          <a:prstGeom prst="rect">
            <a:avLst/>
          </a:prstGeom>
          <a:noFill/>
        </p:spPr>
        <p:txBody>
          <a:bodyPr wrap="square" anchor="t" lIns="0" rIns="0">
            <a:spAutoFit/>
          </a:bodyPr>
          <a:lstStyle/>
          <a:p>
            <a:pPr algn="l">
              <a:spcAft>
                <a:spcPts val="600"/>
              </a:spcAft>
            </a:pPr>
            <a:r>
              <a:rPr b="1" i="0" sz="1800">
                <a:solidFill>
                  <a:srgbClr val="00A0D2"/>
                </a:solidFill>
                <a:latin typeface="Arial"/>
              </a:rPr>
              <a:t>1 · Grafiek per rapport</a:t>
            </a:r>
          </a:p>
        </p:txBody>
      </p:sp>
      <p:sp>
        <p:nvSpPr>
          <p:cNvPr id="5" name="TextBox 4"/>
          <p:cNvSpPr txBox="1"/>
          <p:nvPr/>
        </p:nvSpPr>
        <p:spPr>
          <a:xfrm>
            <a:off x="822959" y="2468880"/>
            <a:ext cx="4937760" cy="731520"/>
          </a:xfrm>
          <a:prstGeom prst="rect">
            <a:avLst/>
          </a:prstGeom>
          <a:noFill/>
        </p:spPr>
        <p:txBody>
          <a:bodyPr wrap="square" anchor="t" lIns="0" rIns="0">
            <a:spAutoFit/>
          </a:bodyPr>
          <a:lstStyle/>
          <a:p>
            <a:pPr algn="l">
              <a:spcAft>
                <a:spcPts val="600"/>
              </a:spcAft>
            </a:pPr>
            <a:r>
              <a:rPr b="0" i="0" sz="1500">
                <a:solidFill>
                  <a:srgbClr val="1E1E1E"/>
                </a:solidFill>
                <a:latin typeface="Arial"/>
              </a:rPr>
              <a:t>Per rapport het percentage positieve, neutrale en negatieve argumenten.</a:t>
            </a:r>
          </a:p>
        </p:txBody>
      </p:sp>
      <p:sp>
        <p:nvSpPr>
          <p:cNvPr id="6" name="Code 1"/>
          <p:cNvSpPr/>
          <p:nvPr/>
        </p:nvSpPr>
        <p:spPr>
          <a:xfrm>
            <a:off x="822959" y="3246120"/>
            <a:ext cx="4873752"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spcAft>
                <a:spcPts val="0"/>
              </a:spcAft>
            </a:pPr>
            <a:r>
              <a:rPr b="0" i="0" sz="1300">
                <a:solidFill>
                  <a:srgbClr val="1E1E1E"/>
                </a:solidFill>
                <a:latin typeface="Courier New"/>
              </a:rPr>
              <a:t>pd.crosstab(argumenten.rapport,</a:t>
            </a:r>
          </a:p>
          <a:p>
            <a:pPr algn="l">
              <a:spcAft>
                <a:spcPts val="0"/>
              </a:spcAft>
            </a:pPr>
            <a:r>
              <a:rPr b="0" i="0" sz="1300">
                <a:solidFill>
                  <a:srgbClr val="1E1E1E"/>
                </a:solidFill>
                <a:latin typeface="Courier New"/>
              </a:rPr>
              <a:t>            argumenten.oordeel,</a:t>
            </a:r>
          </a:p>
          <a:p>
            <a:pPr algn="l">
              <a:spcAft>
                <a:spcPts val="0"/>
              </a:spcAft>
            </a:pPr>
            <a:r>
              <a:rPr b="0" i="0" sz="1300">
                <a:solidFill>
                  <a:srgbClr val="1E1E1E"/>
                </a:solidFill>
                <a:latin typeface="Courier New"/>
              </a:rPr>
              <a:t>            normalize="index") * 100</a:t>
            </a:r>
          </a:p>
        </p:txBody>
      </p:sp>
      <p:sp>
        <p:nvSpPr>
          <p:cNvPr id="7" name="2 · Een toets"/>
          <p:cNvSpPr/>
          <p:nvPr/>
        </p:nvSpPr>
        <p:spPr>
          <a:xfrm>
            <a:off x="6217920" y="1828800"/>
            <a:ext cx="5422392"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8" name="TextBox 7"/>
          <p:cNvSpPr txBox="1"/>
          <p:nvPr/>
        </p:nvSpPr>
        <p:spPr>
          <a:xfrm>
            <a:off x="6492240" y="1965960"/>
            <a:ext cx="4937760" cy="457200"/>
          </a:xfrm>
          <a:prstGeom prst="rect">
            <a:avLst/>
          </a:prstGeom>
          <a:noFill/>
        </p:spPr>
        <p:txBody>
          <a:bodyPr wrap="square" anchor="t" lIns="0" rIns="0">
            <a:spAutoFit/>
          </a:bodyPr>
          <a:lstStyle/>
          <a:p>
            <a:pPr algn="l">
              <a:spcAft>
                <a:spcPts val="600"/>
              </a:spcAft>
            </a:pPr>
            <a:r>
              <a:rPr b="1" i="0" sz="1800">
                <a:solidFill>
                  <a:srgbClr val="00A0D2"/>
                </a:solidFill>
                <a:latin typeface="Arial"/>
              </a:rPr>
              <a:t>2 · Een toets</a:t>
            </a:r>
          </a:p>
        </p:txBody>
      </p:sp>
      <p:sp>
        <p:nvSpPr>
          <p:cNvPr id="9" name="TextBox 8"/>
          <p:cNvSpPr txBox="1"/>
          <p:nvPr/>
        </p:nvSpPr>
        <p:spPr>
          <a:xfrm>
            <a:off x="6492240" y="2468880"/>
            <a:ext cx="4937760" cy="731520"/>
          </a:xfrm>
          <a:prstGeom prst="rect">
            <a:avLst/>
          </a:prstGeom>
          <a:noFill/>
        </p:spPr>
        <p:txBody>
          <a:bodyPr wrap="square" anchor="t" lIns="0" rIns="0">
            <a:spAutoFit/>
          </a:bodyPr>
          <a:lstStyle/>
          <a:p>
            <a:pPr algn="l">
              <a:spcAft>
                <a:spcPts val="600"/>
              </a:spcAft>
            </a:pPr>
            <a:r>
              <a:rPr b="0" i="0" sz="1500">
                <a:solidFill>
                  <a:srgbClr val="1E1E1E"/>
                </a:solidFill>
                <a:latin typeface="Arial"/>
              </a:rPr>
              <a:t>Verleend tegen geweigerd: hangen oordeel en uitkomst samen? χ²-toets op de aantallen.</a:t>
            </a:r>
          </a:p>
        </p:txBody>
      </p:sp>
      <p:sp>
        <p:nvSpPr>
          <p:cNvPr id="10" name="Code 2"/>
          <p:cNvSpPr/>
          <p:nvPr/>
        </p:nvSpPr>
        <p:spPr>
          <a:xfrm>
            <a:off x="6492240" y="3246120"/>
            <a:ext cx="4873752" cy="12344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spcAft>
                <a:spcPts val="0"/>
              </a:spcAft>
            </a:pPr>
            <a:r>
              <a:rPr b="0" i="0" sz="1300">
                <a:solidFill>
                  <a:srgbClr val="1E1E1E"/>
                </a:solidFill>
                <a:latin typeface="Courier New"/>
              </a:rPr>
              <a:t>tab2 = pd.crosstab(argumenten.uitkomst,</a:t>
            </a:r>
          </a:p>
          <a:p>
            <a:pPr algn="l">
              <a:spcAft>
                <a:spcPts val="0"/>
              </a:spcAft>
            </a:pPr>
            <a:r>
              <a:rPr b="0" i="0" sz="1300">
                <a:solidFill>
                  <a:srgbClr val="1E1E1E"/>
                </a:solidFill>
                <a:latin typeface="Courier New"/>
              </a:rPr>
              <a:t>                   argumenten.oordeel)</a:t>
            </a:r>
          </a:p>
          <a:p>
            <a:pPr algn="l">
              <a:spcAft>
                <a:spcPts val="0"/>
              </a:spcAft>
            </a:pPr>
            <a:r>
              <a:rPr b="0" i="0" sz="1300">
                <a:solidFill>
                  <a:srgbClr val="1E1E1E"/>
                </a:solidFill>
                <a:latin typeface="Courier New"/>
              </a:rPr>
              <a:t>chi2_contingency(tab2)</a:t>
            </a:r>
          </a:p>
        </p:txBody>
      </p:sp>
      <p:sp>
        <p:nvSpPr>
          <p:cNvPr id="11" name="Let op"/>
          <p:cNvSpPr/>
          <p:nvPr/>
        </p:nvSpPr>
        <p:spPr>
          <a:xfrm>
            <a:off x="548640" y="4892040"/>
            <a:ext cx="11091672" cy="1188720"/>
          </a:xfrm>
          <a:prstGeom prst="roundRect">
            <a:avLst>
              <a:gd name="adj" fmla="val 8000"/>
            </a:avLst>
          </a:prstGeom>
          <a:solidFill>
            <a:srgbClr val="FDE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91440" bIns="91440"/>
          <a:lstStyle/>
          <a:p>
            <a:pPr algn="l">
              <a:spcAft>
                <a:spcPts val="600"/>
              </a:spcAft>
            </a:pPr>
            <a:r>
              <a:rPr b="1" i="0" sz="1500">
                <a:solidFill>
                  <a:srgbClr val="EC0010"/>
                </a:solidFill>
                <a:latin typeface="Arial"/>
              </a:rPr>
              <a:t>Let op  </a:t>
            </a:r>
            <a:r>
              <a:rPr b="0" i="0" sz="1400">
                <a:solidFill>
                  <a:srgbClr val="1E1E1E"/>
                </a:solidFill>
                <a:latin typeface="Arial"/>
              </a:rPr>
              <a:t>Zinnen uit hetzelfde rapport zijn niet onafhankelijk, er zijn maar vijf rapporten, en de oordelen komen van Jev, niet van gecontroleerde mensen. Een kleine p zegt dus iets over déze vijf rapporten, niet over CBG-rapporten in het algemeen.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Aan de slag</a:t>
            </a:r>
          </a:p>
        </p:txBody>
      </p:sp>
      <p:sp>
        <p:nvSpPr>
          <p:cNvPr id="3" name="Text Placeholder 2"/>
          <p:cNvSpPr>
            <a:spLocks noGrp="1"/>
          </p:cNvSpPr>
          <p:nvPr>
            <p:ph type="body" idx="10" sz="quarter"/>
          </p:nvPr>
        </p:nvSpPr>
        <p:spPr/>
        <p:txBody>
          <a:bodyPr/>
          <a:lstStyle/>
          <a:p>
            <a:r>
              <a:t>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Opstarten in vijf minuten</a:t>
            </a:r>
          </a:p>
        </p:txBody>
      </p:sp>
      <p:sp>
        <p:nvSpPr>
          <p:cNvPr id="3" name="Oval 2"/>
          <p:cNvSpPr/>
          <p:nvPr/>
        </p:nvSpPr>
        <p:spPr>
          <a:xfrm>
            <a:off x="548640" y="1874519"/>
            <a:ext cx="548640" cy="54864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1</a:t>
            </a:r>
          </a:p>
        </p:txBody>
      </p:sp>
      <p:sp>
        <p:nvSpPr>
          <p:cNvPr id="4" name="TextBox 3"/>
          <p:cNvSpPr txBox="1"/>
          <p:nvPr/>
        </p:nvSpPr>
        <p:spPr>
          <a:xfrm>
            <a:off x="1325880" y="1856231"/>
            <a:ext cx="10241280" cy="731520"/>
          </a:xfrm>
          <a:prstGeom prst="rect">
            <a:avLst/>
          </a:prstGeom>
          <a:noFill/>
        </p:spPr>
        <p:txBody>
          <a:bodyPr wrap="square" anchor="t" lIns="0" rIns="0">
            <a:spAutoFit/>
          </a:bodyPr>
          <a:lstStyle/>
          <a:p>
            <a:pPr algn="l">
              <a:spcAft>
                <a:spcPts val="100"/>
              </a:spcAft>
            </a:pPr>
            <a:r>
              <a:rPr b="1" i="0" sz="1800">
                <a:solidFill>
                  <a:srgbClr val="1E1E1E"/>
                </a:solidFill>
                <a:latin typeface="Arial"/>
              </a:rPr>
              <a:t>Open je notebook</a:t>
            </a:r>
          </a:p>
          <a:p>
            <a:pPr algn="l">
              <a:spcAft>
                <a:spcPts val="100"/>
              </a:spcAft>
            </a:pPr>
            <a:r>
              <a:rPr b="0" i="0" sz="1500">
                <a:solidFill>
                  <a:srgbClr val="6B6B6B"/>
                </a:solidFill>
                <a:latin typeface="Arial"/>
              </a:rPr>
              <a:t>oefen (bouwen) of uitgewerkt (kijken), in Google Colab of Jupyter</a:t>
            </a:r>
          </a:p>
        </p:txBody>
      </p:sp>
      <p:sp>
        <p:nvSpPr>
          <p:cNvPr id="5" name="Oval 4"/>
          <p:cNvSpPr/>
          <p:nvPr/>
        </p:nvSpPr>
        <p:spPr>
          <a:xfrm>
            <a:off x="548640" y="2715768"/>
            <a:ext cx="548640" cy="54864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2</a:t>
            </a:r>
          </a:p>
        </p:txBody>
      </p:sp>
      <p:sp>
        <p:nvSpPr>
          <p:cNvPr id="6" name="TextBox 5"/>
          <p:cNvSpPr txBox="1"/>
          <p:nvPr/>
        </p:nvSpPr>
        <p:spPr>
          <a:xfrm>
            <a:off x="1325880" y="2697479"/>
            <a:ext cx="10241280" cy="731520"/>
          </a:xfrm>
          <a:prstGeom prst="rect">
            <a:avLst/>
          </a:prstGeom>
          <a:noFill/>
        </p:spPr>
        <p:txBody>
          <a:bodyPr wrap="square" anchor="t" lIns="0" rIns="0">
            <a:spAutoFit/>
          </a:bodyPr>
          <a:lstStyle/>
          <a:p>
            <a:pPr algn="l">
              <a:spcAft>
                <a:spcPts val="100"/>
              </a:spcAft>
            </a:pPr>
            <a:r>
              <a:rPr b="1" i="0" sz="1800">
                <a:solidFill>
                  <a:srgbClr val="1E1E1E"/>
                </a:solidFill>
                <a:latin typeface="Arial"/>
              </a:rPr>
              <a:t>Zet het bestand apikey naast je notebook</a:t>
            </a:r>
          </a:p>
          <a:p>
            <a:pPr algn="l">
              <a:spcAft>
                <a:spcPts val="100"/>
              </a:spcAft>
            </a:pPr>
            <a:r>
              <a:rPr b="0" i="0" sz="1500">
                <a:solidFill>
                  <a:srgbClr val="6B6B6B"/>
                </a:solidFill>
                <a:latin typeface="Arial"/>
              </a:rPr>
              <a:t>Het staat in de zip; in Colab vraagt het notebook je om het te uploaden</a:t>
            </a:r>
          </a:p>
        </p:txBody>
      </p:sp>
      <p:sp>
        <p:nvSpPr>
          <p:cNvPr id="7" name="Oval 6"/>
          <p:cNvSpPr/>
          <p:nvPr/>
        </p:nvSpPr>
        <p:spPr>
          <a:xfrm>
            <a:off x="548640" y="3557015"/>
            <a:ext cx="548640" cy="54864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3</a:t>
            </a:r>
          </a:p>
        </p:txBody>
      </p:sp>
      <p:sp>
        <p:nvSpPr>
          <p:cNvPr id="8" name="TextBox 7"/>
          <p:cNvSpPr txBox="1"/>
          <p:nvPr/>
        </p:nvSpPr>
        <p:spPr>
          <a:xfrm>
            <a:off x="1325880" y="3538727"/>
            <a:ext cx="10241280" cy="731520"/>
          </a:xfrm>
          <a:prstGeom prst="rect">
            <a:avLst/>
          </a:prstGeom>
          <a:noFill/>
        </p:spPr>
        <p:txBody>
          <a:bodyPr wrap="square" anchor="t" lIns="0" rIns="0">
            <a:spAutoFit/>
          </a:bodyPr>
          <a:lstStyle/>
          <a:p>
            <a:pPr algn="l">
              <a:spcAft>
                <a:spcPts val="100"/>
              </a:spcAft>
            </a:pPr>
            <a:r>
              <a:rPr b="1" i="0" sz="1800">
                <a:solidFill>
                  <a:srgbClr val="1E1E1E"/>
                </a:solidFill>
                <a:latin typeface="Arial"/>
              </a:rPr>
              <a:t>Draai de eerste cellen</a:t>
            </a:r>
          </a:p>
          <a:p>
            <a:pPr algn="l">
              <a:spcAft>
                <a:spcPts val="100"/>
              </a:spcAft>
            </a:pPr>
            <a:r>
              <a:rPr b="0" i="0" sz="1500">
                <a:solidFill>
                  <a:srgbClr val="6B6B6B"/>
                </a:solidFill>
                <a:latin typeface="Arial"/>
              </a:rPr>
              <a:t>Installatie van typesafe-sdk en de andere pakketten, daarna wordt de sleutel geladen</a:t>
            </a:r>
          </a:p>
        </p:txBody>
      </p:sp>
      <p:sp>
        <p:nvSpPr>
          <p:cNvPr id="9" name="Oval 8"/>
          <p:cNvSpPr/>
          <p:nvPr/>
        </p:nvSpPr>
        <p:spPr>
          <a:xfrm>
            <a:off x="548640" y="4398264"/>
            <a:ext cx="548640" cy="54864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4</a:t>
            </a:r>
          </a:p>
        </p:txBody>
      </p:sp>
      <p:sp>
        <p:nvSpPr>
          <p:cNvPr id="10" name="TextBox 9"/>
          <p:cNvSpPr txBox="1"/>
          <p:nvPr/>
        </p:nvSpPr>
        <p:spPr>
          <a:xfrm>
            <a:off x="1325880" y="4379976"/>
            <a:ext cx="10241280" cy="731520"/>
          </a:xfrm>
          <a:prstGeom prst="rect">
            <a:avLst/>
          </a:prstGeom>
          <a:noFill/>
        </p:spPr>
        <p:txBody>
          <a:bodyPr wrap="square" anchor="t" lIns="0" rIns="0">
            <a:spAutoFit/>
          </a:bodyPr>
          <a:lstStyle/>
          <a:p>
            <a:pPr algn="l">
              <a:spcAft>
                <a:spcPts val="100"/>
              </a:spcAft>
            </a:pPr>
            <a:r>
              <a:rPr b="1" i="0" sz="1800">
                <a:solidFill>
                  <a:srgbClr val="1E1E1E"/>
                </a:solidFill>
                <a:latin typeface="Arial"/>
              </a:rPr>
              <a:t>Zie je 'Verbonden. Model: jev-1.13.0'?</a:t>
            </a:r>
          </a:p>
          <a:p>
            <a:pPr algn="l">
              <a:spcAft>
                <a:spcPts val="100"/>
              </a:spcAft>
            </a:pPr>
            <a:r>
              <a:rPr b="0" i="0" sz="1500">
                <a:solidFill>
                  <a:srgbClr val="6B6B6B"/>
                </a:solidFill>
                <a:latin typeface="Arial"/>
              </a:rPr>
              <a:t>Dan werkt het. Een foutmelding? Steek je hand op</a:t>
            </a:r>
          </a:p>
        </p:txBody>
      </p:sp>
      <p:sp>
        <p:nvSpPr>
          <p:cNvPr id="11" name="Oval 10"/>
          <p:cNvSpPr/>
          <p:nvPr/>
        </p:nvSpPr>
        <p:spPr>
          <a:xfrm>
            <a:off x="548640" y="5239512"/>
            <a:ext cx="548640" cy="54864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5</a:t>
            </a:r>
          </a:p>
        </p:txBody>
      </p:sp>
      <p:sp>
        <p:nvSpPr>
          <p:cNvPr id="12" name="TextBox 11"/>
          <p:cNvSpPr txBox="1"/>
          <p:nvPr/>
        </p:nvSpPr>
        <p:spPr>
          <a:xfrm>
            <a:off x="1325880" y="5221224"/>
            <a:ext cx="10241280" cy="731520"/>
          </a:xfrm>
          <a:prstGeom prst="rect">
            <a:avLst/>
          </a:prstGeom>
          <a:noFill/>
        </p:spPr>
        <p:txBody>
          <a:bodyPr wrap="square" anchor="t" lIns="0" rIns="0">
            <a:spAutoFit/>
          </a:bodyPr>
          <a:lstStyle/>
          <a:p>
            <a:pPr algn="l">
              <a:spcAft>
                <a:spcPts val="100"/>
              </a:spcAft>
            </a:pPr>
            <a:r>
              <a:rPr b="1" i="0" sz="1800">
                <a:solidFill>
                  <a:srgbClr val="1E1E1E"/>
                </a:solidFill>
                <a:latin typeface="Arial"/>
              </a:rPr>
              <a:t>Upload de vijf PDF's</a:t>
            </a:r>
          </a:p>
          <a:p>
            <a:pPr algn="l">
              <a:spcAft>
                <a:spcPts val="100"/>
              </a:spcAft>
            </a:pPr>
            <a:r>
              <a:rPr b="0" i="0" sz="1500">
                <a:solidFill>
                  <a:srgbClr val="6B6B6B"/>
                </a:solidFill>
                <a:latin typeface="Arial"/>
              </a:rPr>
              <a:t>In deel 2, naar de map pars/ (in Colab via de uploadcel)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Kies je notebook: bouwen of kijken</a:t>
            </a:r>
          </a:p>
        </p:txBody>
      </p:sp>
      <p:sp>
        <p:nvSpPr>
          <p:cNvPr id="3" name="Bouwen"/>
          <p:cNvSpPr/>
          <p:nvPr/>
        </p:nvSpPr>
        <p:spPr>
          <a:xfrm>
            <a:off x="548640" y="1828800"/>
            <a:ext cx="5422392" cy="301752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Oval 3"/>
          <p:cNvSpPr/>
          <p:nvPr/>
        </p:nvSpPr>
        <p:spPr>
          <a:xfrm>
            <a:off x="822959" y="2057400"/>
            <a:ext cx="548640" cy="548640"/>
          </a:xfrm>
          <a:prstGeom prst="ellipse">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1</a:t>
            </a:r>
          </a:p>
        </p:txBody>
      </p:sp>
      <p:sp>
        <p:nvSpPr>
          <p:cNvPr id="5" name="TextBox 4"/>
          <p:cNvSpPr txBox="1"/>
          <p:nvPr/>
        </p:nvSpPr>
        <p:spPr>
          <a:xfrm>
            <a:off x="1600200" y="2029968"/>
            <a:ext cx="4206240" cy="457200"/>
          </a:xfrm>
          <a:prstGeom prst="rect">
            <a:avLst/>
          </a:prstGeom>
          <a:noFill/>
        </p:spPr>
        <p:txBody>
          <a:bodyPr wrap="square" anchor="t" lIns="0" rIns="0">
            <a:spAutoFit/>
          </a:bodyPr>
          <a:lstStyle/>
          <a:p>
            <a:pPr algn="l">
              <a:spcAft>
                <a:spcPts val="600"/>
              </a:spcAft>
            </a:pPr>
            <a:r>
              <a:rPr b="1" i="0" sz="2200">
                <a:solidFill>
                  <a:srgbClr val="00A0D2"/>
                </a:solidFill>
                <a:latin typeface="Arial"/>
              </a:rPr>
              <a:t>Bouwen</a:t>
            </a:r>
          </a:p>
        </p:txBody>
      </p:sp>
      <p:sp>
        <p:nvSpPr>
          <p:cNvPr id="6" name="TextBox 5"/>
          <p:cNvSpPr txBox="1"/>
          <p:nvPr/>
        </p:nvSpPr>
        <p:spPr>
          <a:xfrm>
            <a:off x="1600200" y="2542032"/>
            <a:ext cx="4206240" cy="365760"/>
          </a:xfrm>
          <a:prstGeom prst="rect">
            <a:avLst/>
          </a:prstGeom>
          <a:noFill/>
        </p:spPr>
        <p:txBody>
          <a:bodyPr wrap="square" anchor="t" lIns="0" rIns="0">
            <a:spAutoFit/>
          </a:bodyPr>
          <a:lstStyle/>
          <a:p>
            <a:pPr algn="l">
              <a:spcAft>
                <a:spcPts val="600"/>
              </a:spcAft>
            </a:pPr>
            <a:r>
              <a:rPr b="1" i="0" sz="1400">
                <a:solidFill>
                  <a:srgbClr val="1E1E1E"/>
                </a:solidFill>
                <a:latin typeface="Courier New"/>
              </a:rPr>
              <a:t>jev_workshop_oefen.ipynb</a:t>
            </a:r>
          </a:p>
        </p:txBody>
      </p:sp>
      <p:sp>
        <p:nvSpPr>
          <p:cNvPr id="7" name="TextBox 6"/>
          <p:cNvSpPr txBox="1"/>
          <p:nvPr/>
        </p:nvSpPr>
        <p:spPr>
          <a:xfrm>
            <a:off x="868680" y="3154680"/>
            <a:ext cx="4846320" cy="1005840"/>
          </a:xfrm>
          <a:prstGeom prst="rect">
            <a:avLst/>
          </a:prstGeom>
          <a:noFill/>
        </p:spPr>
        <p:txBody>
          <a:bodyPr wrap="square" anchor="t" lIns="0" rIns="0">
            <a:spAutoFit/>
          </a:bodyPr>
          <a:lstStyle/>
          <a:p>
            <a:pPr algn="l">
              <a:spcAft>
                <a:spcPts val="400"/>
              </a:spcAft>
            </a:pPr>
            <a:r>
              <a:rPr b="0" i="0" sz="1100">
                <a:solidFill>
                  <a:srgbClr val="00A0D2"/>
                </a:solidFill>
                <a:latin typeface="Arial"/>
              </a:rPr>
              <a:t>●  </a:t>
            </a:r>
            <a:r>
              <a:rPr b="0" i="0" sz="1500">
                <a:solidFill>
                  <a:srgbClr val="1E1E1E"/>
                </a:solidFill>
                <a:latin typeface="Arial"/>
              </a:rPr>
              <a:t>Je vult zelf vier opdrachten in (# ✏️ TODO)</a:t>
            </a:r>
          </a:p>
          <a:p>
            <a:pPr algn="l">
              <a:spcAft>
                <a:spcPts val="400"/>
              </a:spcAft>
            </a:pPr>
            <a:r>
              <a:rPr b="0" i="0" sz="1100">
                <a:solidFill>
                  <a:srgbClr val="00A0D2"/>
                </a:solidFill>
                <a:latin typeface="Arial"/>
              </a:rPr>
              <a:t>●  </a:t>
            </a:r>
            <a:r>
              <a:rPr b="0" i="0" sz="1500">
                <a:solidFill>
                  <a:srgbClr val="1E1E1E"/>
                </a:solidFill>
                <a:latin typeface="Arial"/>
              </a:rPr>
              <a:t>Na elke opdracht een ✅ controle en een 💡 hint</a:t>
            </a:r>
          </a:p>
        </p:txBody>
      </p:sp>
      <p:sp>
        <p:nvSpPr>
          <p:cNvPr id="8" name="TextBox 7"/>
          <p:cNvSpPr txBox="1"/>
          <p:nvPr/>
        </p:nvSpPr>
        <p:spPr>
          <a:xfrm>
            <a:off x="868680" y="4160520"/>
            <a:ext cx="4846320" cy="548640"/>
          </a:xfrm>
          <a:prstGeom prst="rect">
            <a:avLst/>
          </a:prstGeom>
          <a:noFill/>
        </p:spPr>
        <p:txBody>
          <a:bodyPr wrap="square" anchor="t" lIns="0" rIns="0">
            <a:spAutoFit/>
          </a:bodyPr>
          <a:lstStyle/>
          <a:p>
            <a:pPr algn="l">
              <a:spcAft>
                <a:spcPts val="600"/>
              </a:spcAft>
            </a:pPr>
            <a:r>
              <a:rPr b="0" i="1" sz="1400">
                <a:solidFill>
                  <a:srgbClr val="6B6B6B"/>
                </a:solidFill>
                <a:latin typeface="Arial"/>
              </a:rPr>
              <a:t>Voor wie wil leren programmeren met Jev</a:t>
            </a:r>
          </a:p>
        </p:txBody>
      </p:sp>
      <p:sp>
        <p:nvSpPr>
          <p:cNvPr id="9" name="Kijken en leren"/>
          <p:cNvSpPr/>
          <p:nvPr/>
        </p:nvSpPr>
        <p:spPr>
          <a:xfrm>
            <a:off x="6217920" y="1828800"/>
            <a:ext cx="5422392" cy="3017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0" name="Oval 9"/>
          <p:cNvSpPr/>
          <p:nvPr/>
        </p:nvSpPr>
        <p:spPr>
          <a:xfrm>
            <a:off x="6492240" y="2057400"/>
            <a:ext cx="548640" cy="54864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2</a:t>
            </a:r>
          </a:p>
        </p:txBody>
      </p:sp>
      <p:sp>
        <p:nvSpPr>
          <p:cNvPr id="11" name="TextBox 10"/>
          <p:cNvSpPr txBox="1"/>
          <p:nvPr/>
        </p:nvSpPr>
        <p:spPr>
          <a:xfrm>
            <a:off x="7269479" y="2029968"/>
            <a:ext cx="4206240" cy="457200"/>
          </a:xfrm>
          <a:prstGeom prst="rect">
            <a:avLst/>
          </a:prstGeom>
          <a:noFill/>
        </p:spPr>
        <p:txBody>
          <a:bodyPr wrap="square" anchor="t" lIns="0" rIns="0">
            <a:spAutoFit/>
          </a:bodyPr>
          <a:lstStyle/>
          <a:p>
            <a:pPr algn="l">
              <a:spcAft>
                <a:spcPts val="600"/>
              </a:spcAft>
            </a:pPr>
            <a:r>
              <a:rPr b="1" i="0" sz="2200">
                <a:solidFill>
                  <a:srgbClr val="6B6B6B"/>
                </a:solidFill>
                <a:latin typeface="Arial"/>
              </a:rPr>
              <a:t>Kijken en leren</a:t>
            </a:r>
          </a:p>
        </p:txBody>
      </p:sp>
      <p:sp>
        <p:nvSpPr>
          <p:cNvPr id="12" name="TextBox 11"/>
          <p:cNvSpPr txBox="1"/>
          <p:nvPr/>
        </p:nvSpPr>
        <p:spPr>
          <a:xfrm>
            <a:off x="7269479" y="2542032"/>
            <a:ext cx="4206240" cy="365760"/>
          </a:xfrm>
          <a:prstGeom prst="rect">
            <a:avLst/>
          </a:prstGeom>
          <a:noFill/>
        </p:spPr>
        <p:txBody>
          <a:bodyPr wrap="square" anchor="t" lIns="0" rIns="0">
            <a:spAutoFit/>
          </a:bodyPr>
          <a:lstStyle/>
          <a:p>
            <a:pPr algn="l">
              <a:spcAft>
                <a:spcPts val="600"/>
              </a:spcAft>
            </a:pPr>
            <a:r>
              <a:rPr b="1" i="0" sz="1400">
                <a:solidFill>
                  <a:srgbClr val="1E1E1E"/>
                </a:solidFill>
                <a:latin typeface="Courier New"/>
              </a:rPr>
              <a:t>jev_workshop_uitgewerkt.ipynb</a:t>
            </a:r>
          </a:p>
        </p:txBody>
      </p:sp>
      <p:sp>
        <p:nvSpPr>
          <p:cNvPr id="13" name="TextBox 12"/>
          <p:cNvSpPr txBox="1"/>
          <p:nvPr/>
        </p:nvSpPr>
        <p:spPr>
          <a:xfrm>
            <a:off x="6537959" y="3154680"/>
            <a:ext cx="4846320" cy="1005840"/>
          </a:xfrm>
          <a:prstGeom prst="rect">
            <a:avLst/>
          </a:prstGeom>
          <a:noFill/>
        </p:spPr>
        <p:txBody>
          <a:bodyPr wrap="square" anchor="t" lIns="0" rIns="0">
            <a:spAutoFit/>
          </a:bodyPr>
          <a:lstStyle/>
          <a:p>
            <a:pPr algn="l">
              <a:spcAft>
                <a:spcPts val="400"/>
              </a:spcAft>
            </a:pPr>
            <a:r>
              <a:rPr b="0" i="0" sz="1100">
                <a:solidFill>
                  <a:srgbClr val="6B6B6B"/>
                </a:solidFill>
                <a:latin typeface="Arial"/>
              </a:rPr>
              <a:t>●  </a:t>
            </a:r>
            <a:r>
              <a:rPr b="0" i="0" sz="1500">
                <a:solidFill>
                  <a:srgbClr val="1E1E1E"/>
                </a:solidFill>
                <a:latin typeface="Arial"/>
              </a:rPr>
              <a:t>Alles is al ingevuld: je draait de cellen</a:t>
            </a:r>
          </a:p>
          <a:p>
            <a:pPr algn="l">
              <a:spcAft>
                <a:spcPts val="400"/>
              </a:spcAft>
            </a:pPr>
            <a:r>
              <a:rPr b="0" i="0" sz="1100">
                <a:solidFill>
                  <a:srgbClr val="6B6B6B"/>
                </a:solidFill>
                <a:latin typeface="Arial"/>
              </a:rPr>
              <a:t>●  </a:t>
            </a:r>
            <a:r>
              <a:rPr b="0" i="0" sz="1500">
                <a:solidFill>
                  <a:srgbClr val="1E1E1E"/>
                </a:solidFill>
                <a:latin typeface="Arial"/>
              </a:rPr>
              <a:t>Je leest de uitleg en bekijkt de uitkomsten</a:t>
            </a:r>
          </a:p>
        </p:txBody>
      </p:sp>
      <p:sp>
        <p:nvSpPr>
          <p:cNvPr id="14" name="TextBox 13"/>
          <p:cNvSpPr txBox="1"/>
          <p:nvPr/>
        </p:nvSpPr>
        <p:spPr>
          <a:xfrm>
            <a:off x="6537959" y="4160520"/>
            <a:ext cx="4846320" cy="548640"/>
          </a:xfrm>
          <a:prstGeom prst="rect">
            <a:avLst/>
          </a:prstGeom>
          <a:noFill/>
        </p:spPr>
        <p:txBody>
          <a:bodyPr wrap="square" anchor="t" lIns="0" rIns="0">
            <a:spAutoFit/>
          </a:bodyPr>
          <a:lstStyle/>
          <a:p>
            <a:pPr algn="l">
              <a:spcAft>
                <a:spcPts val="600"/>
              </a:spcAft>
            </a:pPr>
            <a:r>
              <a:rPr b="0" i="1" sz="1400">
                <a:solidFill>
                  <a:srgbClr val="6B6B6B"/>
                </a:solidFill>
                <a:latin typeface="Arial"/>
              </a:rPr>
              <a:t>Voor wie vooral het principe wil zien, of weinig programmeert</a:t>
            </a:r>
          </a:p>
        </p:txBody>
      </p:sp>
      <p:sp>
        <p:nvSpPr>
          <p:cNvPr id="15" name="Wissel gerust"/>
          <p:cNvSpPr/>
          <p:nvPr/>
        </p:nvSpPr>
        <p:spPr>
          <a:xfrm>
            <a:off x="548640" y="5120640"/>
            <a:ext cx="11091672" cy="868680"/>
          </a:xfrm>
          <a:prstGeom prst="roundRect">
            <a:avLst>
              <a:gd name="adj" fmla="val 8000"/>
            </a:avLst>
          </a:prstGeom>
          <a:solidFill>
            <a:srgbClr val="00A0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91440" bIns="91440"/>
          <a:lstStyle/>
          <a:p>
            <a:pPr algn="l">
              <a:spcAft>
                <a:spcPts val="600"/>
              </a:spcAft>
            </a:pPr>
            <a:r>
              <a:rPr b="1" i="0" sz="1600">
                <a:solidFill>
                  <a:srgbClr val="FFFFFF"/>
                </a:solidFill>
                <a:latin typeface="Arial"/>
              </a:rPr>
              <a:t>Wissel gerust: </a:t>
            </a:r>
            <a:r>
              <a:rPr b="0" i="0" sz="1500">
                <a:solidFill>
                  <a:srgbClr val="FFFFFF"/>
                </a:solidFill>
                <a:latin typeface="Arial"/>
              </a:rPr>
              <a:t>vastgelopen bij het bouwen? Kijk in het uitgewerkte notebook hoe het moet. Beide gebruiken hetzelfde bestand apikey en dezelfde vijf PDF's.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Jouw vier bouwopdrachten</a:t>
            </a:r>
          </a:p>
        </p:txBody>
      </p:sp>
      <p:sp>
        <p:nvSpPr>
          <p:cNvPr id="3" name="Opdracht 1"/>
          <p:cNvSpPr/>
          <p:nvPr/>
        </p:nvSpPr>
        <p:spPr>
          <a:xfrm>
            <a:off x="548640" y="1874519"/>
            <a:ext cx="5422392" cy="178308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4" name="Oval 3"/>
          <p:cNvSpPr/>
          <p:nvPr/>
        </p:nvSpPr>
        <p:spPr>
          <a:xfrm>
            <a:off x="822959" y="2148839"/>
            <a:ext cx="548640" cy="548640"/>
          </a:xfrm>
          <a:prstGeom prst="ellipse">
            <a:avLst/>
          </a:prstGeom>
          <a:solidFill>
            <a:srgbClr val="EC0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1</a:t>
            </a:r>
          </a:p>
        </p:txBody>
      </p:sp>
      <p:sp>
        <p:nvSpPr>
          <p:cNvPr id="5" name="TextBox 4"/>
          <p:cNvSpPr txBox="1"/>
          <p:nvPr/>
        </p:nvSpPr>
        <p:spPr>
          <a:xfrm>
            <a:off x="1600200" y="2148839"/>
            <a:ext cx="4114800" cy="365760"/>
          </a:xfrm>
          <a:prstGeom prst="rect">
            <a:avLst/>
          </a:prstGeom>
          <a:noFill/>
        </p:spPr>
        <p:txBody>
          <a:bodyPr wrap="square" anchor="t" lIns="0" rIns="0">
            <a:spAutoFit/>
          </a:bodyPr>
          <a:lstStyle/>
          <a:p>
            <a:pPr algn="l">
              <a:spcAft>
                <a:spcPts val="600"/>
              </a:spcAft>
            </a:pPr>
            <a:r>
              <a:rPr b="1" i="0" sz="1300">
                <a:solidFill>
                  <a:srgbClr val="6B6B6B"/>
                </a:solidFill>
                <a:latin typeface="Arial"/>
              </a:rPr>
              <a:t>Deel 1</a:t>
            </a:r>
          </a:p>
        </p:txBody>
      </p:sp>
      <p:sp>
        <p:nvSpPr>
          <p:cNvPr id="6" name="TextBox 5"/>
          <p:cNvSpPr txBox="1"/>
          <p:nvPr/>
        </p:nvSpPr>
        <p:spPr>
          <a:xfrm>
            <a:off x="1600200" y="2560320"/>
            <a:ext cx="4160520" cy="1005840"/>
          </a:xfrm>
          <a:prstGeom prst="rect">
            <a:avLst/>
          </a:prstGeom>
          <a:noFill/>
        </p:spPr>
        <p:txBody>
          <a:bodyPr wrap="square" anchor="t" lIns="0" rIns="0">
            <a:spAutoFit/>
          </a:bodyPr>
          <a:lstStyle/>
          <a:p>
            <a:pPr algn="l">
              <a:spcAft>
                <a:spcPts val="200"/>
              </a:spcAft>
            </a:pPr>
            <a:r>
              <a:rPr b="1" i="0" sz="1700">
                <a:solidFill>
                  <a:srgbClr val="1E1E1E"/>
                </a:solidFill>
                <a:latin typeface="Arial"/>
              </a:rPr>
              <a:t>Bouw een choice- en een score-vraag</a:t>
            </a:r>
          </a:p>
          <a:p>
            <a:pPr algn="l">
              <a:spcAft>
                <a:spcPts val="200"/>
              </a:spcAft>
            </a:pPr>
            <a:r>
              <a:rPr b="0" i="0" sz="1400">
                <a:solidFill>
                  <a:srgbClr val="6B6B6B"/>
                </a:solidFill>
                <a:latin typeface="Arial"/>
              </a:rPr>
              <a:t>Je choice-vraag gebruik je straks voor álle zinnen</a:t>
            </a:r>
          </a:p>
        </p:txBody>
      </p:sp>
      <p:sp>
        <p:nvSpPr>
          <p:cNvPr id="7" name="Opdracht 2"/>
          <p:cNvSpPr/>
          <p:nvPr/>
        </p:nvSpPr>
        <p:spPr>
          <a:xfrm>
            <a:off x="6217920" y="1874519"/>
            <a:ext cx="5422392" cy="17830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8" name="Oval 7"/>
          <p:cNvSpPr/>
          <p:nvPr/>
        </p:nvSpPr>
        <p:spPr>
          <a:xfrm>
            <a:off x="6492240" y="2148839"/>
            <a:ext cx="548640" cy="548640"/>
          </a:xfrm>
          <a:prstGeom prst="ellipse">
            <a:avLst/>
          </a:prstGeom>
          <a:solidFill>
            <a:srgbClr val="EC0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2</a:t>
            </a:r>
          </a:p>
        </p:txBody>
      </p:sp>
      <p:sp>
        <p:nvSpPr>
          <p:cNvPr id="9" name="TextBox 8"/>
          <p:cNvSpPr txBox="1"/>
          <p:nvPr/>
        </p:nvSpPr>
        <p:spPr>
          <a:xfrm>
            <a:off x="7269479" y="2148839"/>
            <a:ext cx="4114800" cy="365760"/>
          </a:xfrm>
          <a:prstGeom prst="rect">
            <a:avLst/>
          </a:prstGeom>
          <a:noFill/>
        </p:spPr>
        <p:txBody>
          <a:bodyPr wrap="square" anchor="t" lIns="0" rIns="0">
            <a:spAutoFit/>
          </a:bodyPr>
          <a:lstStyle/>
          <a:p>
            <a:pPr algn="l">
              <a:spcAft>
                <a:spcPts val="600"/>
              </a:spcAft>
            </a:pPr>
            <a:r>
              <a:rPr b="1" i="0" sz="1300">
                <a:solidFill>
                  <a:srgbClr val="6B6B6B"/>
                </a:solidFill>
                <a:latin typeface="Arial"/>
              </a:rPr>
              <a:t>Deel 3</a:t>
            </a:r>
          </a:p>
        </p:txBody>
      </p:sp>
      <p:sp>
        <p:nvSpPr>
          <p:cNvPr id="10" name="TextBox 9"/>
          <p:cNvSpPr txBox="1"/>
          <p:nvPr/>
        </p:nvSpPr>
        <p:spPr>
          <a:xfrm>
            <a:off x="7269479" y="2560320"/>
            <a:ext cx="4160520" cy="1005840"/>
          </a:xfrm>
          <a:prstGeom prst="rect">
            <a:avLst/>
          </a:prstGeom>
          <a:noFill/>
        </p:spPr>
        <p:txBody>
          <a:bodyPr wrap="square" anchor="t" lIns="0" rIns="0">
            <a:spAutoFit/>
          </a:bodyPr>
          <a:lstStyle/>
          <a:p>
            <a:pPr algn="l">
              <a:spcAft>
                <a:spcPts val="200"/>
              </a:spcAft>
            </a:pPr>
            <a:r>
              <a:rPr b="1" i="0" sz="1700">
                <a:solidFill>
                  <a:srgbClr val="1E1E1E"/>
                </a:solidFill>
                <a:latin typeface="Arial"/>
              </a:rPr>
              <a:t>Selecteer de argumenten</a:t>
            </a:r>
          </a:p>
          <a:p>
            <a:pPr algn="l">
              <a:spcAft>
                <a:spcPts val="200"/>
              </a:spcAft>
            </a:pPr>
            <a:r>
              <a:rPr b="0" i="0" sz="1400">
                <a:solidFill>
                  <a:srgbClr val="6B6B6B"/>
                </a:solidFill>
                <a:latin typeface="Arial"/>
              </a:rPr>
              <a:t>Filter op is_argument ≥ 0,5</a:t>
            </a:r>
          </a:p>
        </p:txBody>
      </p:sp>
      <p:sp>
        <p:nvSpPr>
          <p:cNvPr id="11" name="Opdracht 3"/>
          <p:cNvSpPr/>
          <p:nvPr/>
        </p:nvSpPr>
        <p:spPr>
          <a:xfrm>
            <a:off x="548640" y="3886200"/>
            <a:ext cx="5422392" cy="17830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2" name="Oval 11"/>
          <p:cNvSpPr/>
          <p:nvPr/>
        </p:nvSpPr>
        <p:spPr>
          <a:xfrm>
            <a:off x="822959" y="4160520"/>
            <a:ext cx="548640" cy="548640"/>
          </a:xfrm>
          <a:prstGeom prst="ellipse">
            <a:avLst/>
          </a:prstGeom>
          <a:solidFill>
            <a:srgbClr val="EC0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3</a:t>
            </a:r>
          </a:p>
        </p:txBody>
      </p:sp>
      <p:sp>
        <p:nvSpPr>
          <p:cNvPr id="13" name="TextBox 12"/>
          <p:cNvSpPr txBox="1"/>
          <p:nvPr/>
        </p:nvSpPr>
        <p:spPr>
          <a:xfrm>
            <a:off x="1600200" y="4160520"/>
            <a:ext cx="4114800" cy="365760"/>
          </a:xfrm>
          <a:prstGeom prst="rect">
            <a:avLst/>
          </a:prstGeom>
          <a:noFill/>
        </p:spPr>
        <p:txBody>
          <a:bodyPr wrap="square" anchor="t" lIns="0" rIns="0">
            <a:spAutoFit/>
          </a:bodyPr>
          <a:lstStyle/>
          <a:p>
            <a:pPr algn="l">
              <a:spcAft>
                <a:spcPts val="600"/>
              </a:spcAft>
            </a:pPr>
            <a:r>
              <a:rPr b="1" i="0" sz="1300">
                <a:solidFill>
                  <a:srgbClr val="6B6B6B"/>
                </a:solidFill>
                <a:latin typeface="Arial"/>
              </a:rPr>
              <a:t>Deel 4</a:t>
            </a:r>
          </a:p>
        </p:txBody>
      </p:sp>
      <p:sp>
        <p:nvSpPr>
          <p:cNvPr id="14" name="TextBox 13"/>
          <p:cNvSpPr txBox="1"/>
          <p:nvPr/>
        </p:nvSpPr>
        <p:spPr>
          <a:xfrm>
            <a:off x="1600200" y="4572000"/>
            <a:ext cx="4160520" cy="1005840"/>
          </a:xfrm>
          <a:prstGeom prst="rect">
            <a:avLst/>
          </a:prstGeom>
          <a:noFill/>
        </p:spPr>
        <p:txBody>
          <a:bodyPr wrap="square" anchor="t" lIns="0" rIns="0">
            <a:spAutoFit/>
          </a:bodyPr>
          <a:lstStyle/>
          <a:p>
            <a:pPr algn="l">
              <a:spcAft>
                <a:spcPts val="200"/>
              </a:spcAft>
            </a:pPr>
            <a:r>
              <a:rPr b="1" i="0" sz="1700">
                <a:solidFill>
                  <a:srgbClr val="1E1E1E"/>
                </a:solidFill>
                <a:latin typeface="Arial"/>
              </a:rPr>
              <a:t>Maak de grafiek per rapport</a:t>
            </a:r>
          </a:p>
          <a:p>
            <a:pPr algn="l">
              <a:spcAft>
                <a:spcPts val="200"/>
              </a:spcAft>
            </a:pPr>
            <a:r>
              <a:rPr b="0" i="0" sz="1400">
                <a:solidFill>
                  <a:srgbClr val="6B6B6B"/>
                </a:solidFill>
                <a:latin typeface="Arial"/>
              </a:rPr>
              <a:t>Kruistabel rapport × oordeel, in procenten</a:t>
            </a:r>
          </a:p>
        </p:txBody>
      </p:sp>
      <p:sp>
        <p:nvSpPr>
          <p:cNvPr id="15" name="Opdracht 4"/>
          <p:cNvSpPr/>
          <p:nvPr/>
        </p:nvSpPr>
        <p:spPr>
          <a:xfrm>
            <a:off x="6217920" y="3886200"/>
            <a:ext cx="5422392" cy="1783080"/>
          </a:xfrm>
          <a:prstGeom prst="roundRect">
            <a:avLst>
              <a:gd name="adj" fmla="val 8000"/>
            </a:avLst>
          </a:prstGeom>
          <a:solidFill>
            <a:srgbClr val="E3F4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p>
        </p:txBody>
      </p:sp>
      <p:sp>
        <p:nvSpPr>
          <p:cNvPr id="16" name="Oval 15"/>
          <p:cNvSpPr/>
          <p:nvPr/>
        </p:nvSpPr>
        <p:spPr>
          <a:xfrm>
            <a:off x="6492240" y="4160520"/>
            <a:ext cx="548640" cy="548640"/>
          </a:xfrm>
          <a:prstGeom prst="ellipse">
            <a:avLst/>
          </a:prstGeom>
          <a:solidFill>
            <a:srgbClr val="EC00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b="1" i="0" sz="1800">
                <a:solidFill>
                  <a:srgbClr val="FFFFFF"/>
                </a:solidFill>
                <a:latin typeface="Arial"/>
              </a:rPr>
              <a:t>4</a:t>
            </a:r>
          </a:p>
        </p:txBody>
      </p:sp>
      <p:sp>
        <p:nvSpPr>
          <p:cNvPr id="17" name="TextBox 16"/>
          <p:cNvSpPr txBox="1"/>
          <p:nvPr/>
        </p:nvSpPr>
        <p:spPr>
          <a:xfrm>
            <a:off x="7269479" y="4160520"/>
            <a:ext cx="4114800" cy="365760"/>
          </a:xfrm>
          <a:prstGeom prst="rect">
            <a:avLst/>
          </a:prstGeom>
          <a:noFill/>
        </p:spPr>
        <p:txBody>
          <a:bodyPr wrap="square" anchor="t" lIns="0" rIns="0">
            <a:spAutoFit/>
          </a:bodyPr>
          <a:lstStyle/>
          <a:p>
            <a:pPr algn="l">
              <a:spcAft>
                <a:spcPts val="600"/>
              </a:spcAft>
            </a:pPr>
            <a:r>
              <a:rPr b="1" i="0" sz="1300">
                <a:solidFill>
                  <a:srgbClr val="6B6B6B"/>
                </a:solidFill>
                <a:latin typeface="Arial"/>
              </a:rPr>
              <a:t>Deel 4</a:t>
            </a:r>
          </a:p>
        </p:txBody>
      </p:sp>
      <p:sp>
        <p:nvSpPr>
          <p:cNvPr id="18" name="TextBox 17"/>
          <p:cNvSpPr txBox="1"/>
          <p:nvPr/>
        </p:nvSpPr>
        <p:spPr>
          <a:xfrm>
            <a:off x="7269479" y="4572000"/>
            <a:ext cx="4160520" cy="1005840"/>
          </a:xfrm>
          <a:prstGeom prst="rect">
            <a:avLst/>
          </a:prstGeom>
          <a:noFill/>
        </p:spPr>
        <p:txBody>
          <a:bodyPr wrap="square" anchor="t" lIns="0" rIns="0">
            <a:spAutoFit/>
          </a:bodyPr>
          <a:lstStyle/>
          <a:p>
            <a:pPr algn="l">
              <a:spcAft>
                <a:spcPts val="200"/>
              </a:spcAft>
            </a:pPr>
            <a:r>
              <a:rPr b="1" i="0" sz="1700">
                <a:solidFill>
                  <a:srgbClr val="1E1E1E"/>
                </a:solidFill>
                <a:latin typeface="Arial"/>
              </a:rPr>
              <a:t>Voer een χ²-toets uit</a:t>
            </a:r>
          </a:p>
          <a:p>
            <a:pPr algn="l">
              <a:spcAft>
                <a:spcPts val="200"/>
              </a:spcAft>
            </a:pPr>
            <a:r>
              <a:rPr b="0" i="0" sz="1400">
                <a:solidFill>
                  <a:srgbClr val="6B6B6B"/>
                </a:solidFill>
                <a:latin typeface="Arial"/>
              </a:rPr>
              <a:t>Verleend tegen geweigerd, en de beperkingen</a:t>
            </a:r>
          </a:p>
        </p:txBody>
      </p:sp>
      <p:sp>
        <p:nvSpPr>
          <p:cNvPr id="19" name="TextBox 18"/>
          <p:cNvSpPr txBox="1"/>
          <p:nvPr/>
        </p:nvSpPr>
        <p:spPr>
          <a:xfrm>
            <a:off x="548640" y="5989320"/>
            <a:ext cx="11091672" cy="365760"/>
          </a:xfrm>
          <a:prstGeom prst="rect">
            <a:avLst/>
          </a:prstGeom>
          <a:noFill/>
        </p:spPr>
        <p:txBody>
          <a:bodyPr wrap="square" anchor="t" lIns="0" rIns="0">
            <a:spAutoFit/>
          </a:bodyPr>
          <a:lstStyle/>
          <a:p>
            <a:pPr algn="l">
              <a:spcAft>
                <a:spcPts val="600"/>
              </a:spcAft>
            </a:pPr>
            <a:r>
              <a:rPr b="0" i="0" sz="1400">
                <a:solidFill>
                  <a:srgbClr val="6B6B6B"/>
                </a:solidFill>
                <a:latin typeface="Arial"/>
              </a:rPr>
              <a:t>Na elke opdracht staat een ✅ controle-cel. Vastgelopen? Klap de 💡 hint open.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Reflectie: van casus naar jouw onderzoek</a:t>
            </a:r>
          </a:p>
        </p:txBody>
      </p:sp>
      <p:sp>
        <p:nvSpPr>
          <p:cNvPr id="3" name="TextBox 2"/>
          <p:cNvSpPr txBox="1"/>
          <p:nvPr/>
        </p:nvSpPr>
        <p:spPr>
          <a:xfrm>
            <a:off x="548640" y="1874519"/>
            <a:ext cx="2194560" cy="731520"/>
          </a:xfrm>
          <a:prstGeom prst="rect">
            <a:avLst/>
          </a:prstGeom>
          <a:noFill/>
        </p:spPr>
        <p:txBody>
          <a:bodyPr wrap="square" anchor="t" lIns="0" rIns="0">
            <a:spAutoFit/>
          </a:bodyPr>
          <a:lstStyle/>
          <a:p>
            <a:pPr algn="l">
              <a:spcAft>
                <a:spcPts val="600"/>
              </a:spcAft>
            </a:pPr>
            <a:r>
              <a:rPr b="1" i="0" sz="1700">
                <a:solidFill>
                  <a:srgbClr val="00A0D2"/>
                </a:solidFill>
                <a:latin typeface="Arial"/>
              </a:rPr>
              <a:t>Meting</a:t>
            </a:r>
          </a:p>
        </p:txBody>
      </p:sp>
      <p:sp>
        <p:nvSpPr>
          <p:cNvPr id="4" name="TextBox 3"/>
          <p:cNvSpPr txBox="1"/>
          <p:nvPr/>
        </p:nvSpPr>
        <p:spPr>
          <a:xfrm>
            <a:off x="2743200" y="1874519"/>
            <a:ext cx="4206240" cy="777240"/>
          </a:xfrm>
          <a:prstGeom prst="rect">
            <a:avLst/>
          </a:prstGeom>
          <a:noFill/>
        </p:spPr>
        <p:txBody>
          <a:bodyPr wrap="square" anchor="t" lIns="0" rIns="0">
            <a:spAutoFit/>
          </a:bodyPr>
          <a:lstStyle/>
          <a:p>
            <a:pPr algn="l">
              <a:spcAft>
                <a:spcPts val="600"/>
              </a:spcAft>
            </a:pPr>
            <a:r>
              <a:rPr b="0" i="0" sz="1500">
                <a:solidFill>
                  <a:srgbClr val="1E1E1E"/>
                </a:solidFill>
                <a:latin typeface="Arial"/>
              </a:rPr>
              <a:t>Je oordeel-vraag bepaalde de hele grafiek. Wat als je de opties anders beschrijft?</a:t>
            </a:r>
          </a:p>
        </p:txBody>
      </p:sp>
      <p:sp>
        <p:nvSpPr>
          <p:cNvPr id="5" name="TextBox 4"/>
          <p:cNvSpPr txBox="1"/>
          <p:nvPr/>
        </p:nvSpPr>
        <p:spPr>
          <a:xfrm>
            <a:off x="548640" y="2743200"/>
            <a:ext cx="2194560" cy="731520"/>
          </a:xfrm>
          <a:prstGeom prst="rect">
            <a:avLst/>
          </a:prstGeom>
          <a:noFill/>
        </p:spPr>
        <p:txBody>
          <a:bodyPr wrap="square" anchor="t" lIns="0" rIns="0">
            <a:spAutoFit/>
          </a:bodyPr>
          <a:lstStyle/>
          <a:p>
            <a:pPr algn="l">
              <a:spcAft>
                <a:spcPts val="600"/>
              </a:spcAft>
            </a:pPr>
            <a:r>
              <a:rPr b="1" i="0" sz="1700">
                <a:solidFill>
                  <a:srgbClr val="00A0D2"/>
                </a:solidFill>
                <a:latin typeface="Arial"/>
              </a:rPr>
              <a:t>Vertrouwen</a:t>
            </a:r>
          </a:p>
        </p:txBody>
      </p:sp>
      <p:sp>
        <p:nvSpPr>
          <p:cNvPr id="6" name="TextBox 5"/>
          <p:cNvSpPr txBox="1"/>
          <p:nvPr/>
        </p:nvSpPr>
        <p:spPr>
          <a:xfrm>
            <a:off x="2743200" y="2743200"/>
            <a:ext cx="4206240" cy="777240"/>
          </a:xfrm>
          <a:prstGeom prst="rect">
            <a:avLst/>
          </a:prstGeom>
          <a:noFill/>
        </p:spPr>
        <p:txBody>
          <a:bodyPr wrap="square" anchor="t" lIns="0" rIns="0">
            <a:spAutoFit/>
          </a:bodyPr>
          <a:lstStyle/>
          <a:p>
            <a:pPr algn="l">
              <a:spcAft>
                <a:spcPts val="600"/>
              </a:spcAft>
            </a:pPr>
            <a:r>
              <a:rPr b="0" i="0" sz="1500">
                <a:solidFill>
                  <a:srgbClr val="1E1E1E"/>
                </a:solidFill>
                <a:latin typeface="Arial"/>
              </a:rPr>
              <a:t>Jev gaf vaak confidence 1,0. Hoe weet je of dat terecht is?</a:t>
            </a:r>
          </a:p>
        </p:txBody>
      </p:sp>
      <p:sp>
        <p:nvSpPr>
          <p:cNvPr id="7" name="TextBox 6"/>
          <p:cNvSpPr txBox="1"/>
          <p:nvPr/>
        </p:nvSpPr>
        <p:spPr>
          <a:xfrm>
            <a:off x="548640" y="3611879"/>
            <a:ext cx="2194560" cy="731520"/>
          </a:xfrm>
          <a:prstGeom prst="rect">
            <a:avLst/>
          </a:prstGeom>
          <a:noFill/>
        </p:spPr>
        <p:txBody>
          <a:bodyPr wrap="square" anchor="t" lIns="0" rIns="0">
            <a:spAutoFit/>
          </a:bodyPr>
          <a:lstStyle/>
          <a:p>
            <a:pPr algn="l">
              <a:spcAft>
                <a:spcPts val="600"/>
              </a:spcAft>
            </a:pPr>
            <a:r>
              <a:rPr b="1" i="0" sz="1700">
                <a:solidFill>
                  <a:srgbClr val="00A0D2"/>
                </a:solidFill>
                <a:latin typeface="Arial"/>
              </a:rPr>
              <a:t>Uitlegbaarheid</a:t>
            </a:r>
          </a:p>
        </p:txBody>
      </p:sp>
      <p:sp>
        <p:nvSpPr>
          <p:cNvPr id="8" name="TextBox 7"/>
          <p:cNvSpPr txBox="1"/>
          <p:nvPr/>
        </p:nvSpPr>
        <p:spPr>
          <a:xfrm>
            <a:off x="2743200" y="3611879"/>
            <a:ext cx="4206240" cy="777240"/>
          </a:xfrm>
          <a:prstGeom prst="rect">
            <a:avLst/>
          </a:prstGeom>
          <a:noFill/>
        </p:spPr>
        <p:txBody>
          <a:bodyPr wrap="square" anchor="t" lIns="0" rIns="0">
            <a:spAutoFit/>
          </a:bodyPr>
          <a:lstStyle/>
          <a:p>
            <a:pPr algn="l">
              <a:spcAft>
                <a:spcPts val="600"/>
              </a:spcAft>
            </a:pPr>
            <a:r>
              <a:rPr b="0" i="0" sz="1500">
                <a:solidFill>
                  <a:srgbClr val="1E1E1E"/>
                </a:solidFill>
                <a:latin typeface="Arial"/>
              </a:rPr>
              <a:t>Jev oordeelt zonder redenering. Hoe leg je uit waarom een zin negatief is?</a:t>
            </a:r>
          </a:p>
        </p:txBody>
      </p:sp>
      <p:sp>
        <p:nvSpPr>
          <p:cNvPr id="9" name="TextBox 8"/>
          <p:cNvSpPr txBox="1"/>
          <p:nvPr/>
        </p:nvSpPr>
        <p:spPr>
          <a:xfrm>
            <a:off x="548640" y="4480559"/>
            <a:ext cx="2194560" cy="731520"/>
          </a:xfrm>
          <a:prstGeom prst="rect">
            <a:avLst/>
          </a:prstGeom>
          <a:noFill/>
        </p:spPr>
        <p:txBody>
          <a:bodyPr wrap="square" anchor="t" lIns="0" rIns="0">
            <a:spAutoFit/>
          </a:bodyPr>
          <a:lstStyle/>
          <a:p>
            <a:pPr algn="l">
              <a:spcAft>
                <a:spcPts val="600"/>
              </a:spcAft>
            </a:pPr>
            <a:r>
              <a:rPr b="1" i="0" sz="1700">
                <a:solidFill>
                  <a:srgbClr val="00A0D2"/>
                </a:solidFill>
                <a:latin typeface="Arial"/>
              </a:rPr>
              <a:t>Validiteit</a:t>
            </a:r>
          </a:p>
        </p:txBody>
      </p:sp>
      <p:sp>
        <p:nvSpPr>
          <p:cNvPr id="10" name="TextBox 9"/>
          <p:cNvSpPr txBox="1"/>
          <p:nvPr/>
        </p:nvSpPr>
        <p:spPr>
          <a:xfrm>
            <a:off x="2743200" y="4480559"/>
            <a:ext cx="4206240" cy="777240"/>
          </a:xfrm>
          <a:prstGeom prst="rect">
            <a:avLst/>
          </a:prstGeom>
          <a:noFill/>
        </p:spPr>
        <p:txBody>
          <a:bodyPr wrap="square" anchor="t" lIns="0" rIns="0">
            <a:spAutoFit/>
          </a:bodyPr>
          <a:lstStyle/>
          <a:p>
            <a:pPr algn="l">
              <a:spcAft>
                <a:spcPts val="600"/>
              </a:spcAft>
            </a:pPr>
            <a:r>
              <a:rPr b="0" i="0" sz="1500">
                <a:solidFill>
                  <a:srgbClr val="1E1E1E"/>
                </a:solidFill>
                <a:latin typeface="Arial"/>
              </a:rPr>
              <a:t>Vijf documenten, twee weigeringen: wat kun je wél concluderen?</a:t>
            </a:r>
          </a:p>
        </p:txBody>
      </p:sp>
      <p:sp>
        <p:nvSpPr>
          <p:cNvPr id="11" name="Eigen codeboek"/>
          <p:cNvSpPr/>
          <p:nvPr/>
        </p:nvSpPr>
        <p:spPr>
          <a:xfrm>
            <a:off x="7315200" y="1874519"/>
            <a:ext cx="4325112" cy="2926080"/>
          </a:xfrm>
          <a:prstGeom prst="roundRect">
            <a:avLst>
              <a:gd name="adj" fmla="val 8000"/>
            </a:avLst>
          </a:prstGeom>
          <a:solidFill>
            <a:srgbClr val="EC001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28600" bIns="91440"/>
          <a:lstStyle/>
          <a:p>
            <a:pPr algn="l">
              <a:spcAft>
                <a:spcPts val="1000"/>
              </a:spcAft>
            </a:pPr>
            <a:r>
              <a:rPr b="1" i="0" sz="2000">
                <a:solidFill>
                  <a:srgbClr val="FFFFFF"/>
                </a:solidFill>
                <a:latin typeface="Arial"/>
              </a:rPr>
              <a:t>Jouw beurt</a:t>
            </a:r>
          </a:p>
          <a:p>
            <a:pPr algn="l">
              <a:spcAft>
                <a:spcPts val="1000"/>
              </a:spcAft>
            </a:pPr>
            <a:r>
              <a:rPr b="0" i="0" sz="1500">
                <a:solidFill>
                  <a:srgbClr val="FFFFFF"/>
                </a:solidFill>
                <a:latin typeface="Arial"/>
              </a:rPr>
              <a:t>Welke tekst uit je eigen onderzoek kun je zo omzetten in tabellen? Interviews, beleidsstukken, reviews, chatlogs …</a:t>
            </a:r>
          </a:p>
          <a:p>
            <a:pPr algn="l">
              <a:spcAft>
                <a:spcPts val="1000"/>
              </a:spcAft>
            </a:pPr>
            <a:r>
              <a:rPr b="1" i="0" sz="1500">
                <a:solidFill>
                  <a:srgbClr val="FFFFFF"/>
                </a:solidFill>
                <a:latin typeface="Arial"/>
              </a:rPr>
              <a:t>Schets 2–3 vragen: type, instructie en opties.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436949"/>
      </p:ext>
    </p:extLst>
  </p:cSld>
  <p:clrMapOvr>
    <a:masterClrMapping/>
  </p:clrMapOvr>
</p:sld>
</file>

<file path=ppt/theme/theme1.xml><?xml version="1.0" encoding="utf-8"?>
<a:theme xmlns:a="http://schemas.openxmlformats.org/drawingml/2006/main" name="Kantoorthema">
  <a:themeElements>
    <a:clrScheme name="HU">
      <a:dk1>
        <a:srgbClr val="000000"/>
      </a:dk1>
      <a:lt1>
        <a:srgbClr val="FFFFFF"/>
      </a:lt1>
      <a:dk2>
        <a:srgbClr val="FEFFFF"/>
      </a:dk2>
      <a:lt2>
        <a:srgbClr val="E7E6E6"/>
      </a:lt2>
      <a:accent1>
        <a:srgbClr val="00A0D2"/>
      </a:accent1>
      <a:accent2>
        <a:srgbClr val="EC0010"/>
      </a:accent2>
      <a:accent3>
        <a:srgbClr val="FEFFFF"/>
      </a:accent3>
      <a:accent4>
        <a:srgbClr val="00A0D2"/>
      </a:accent4>
      <a:accent5>
        <a:srgbClr val="EC0010"/>
      </a:accent5>
      <a:accent6>
        <a:srgbClr val="00A0D2"/>
      </a:accent6>
      <a:hlink>
        <a:srgbClr val="00A0D2"/>
      </a:hlink>
      <a:folHlink>
        <a:srgbClr val="00A0D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dirty="0" err="1">
            <a:solidFill>
              <a:srgbClr val="000000"/>
            </a:solidFill>
            <a:latin typeface="Avenir" panose="02000503020000020003" pitchFamily="2" charset="0"/>
          </a:defRPr>
        </a:defPPr>
      </a:lstStyle>
    </a:spDef>
    <a:txDef>
      <a:spPr/>
      <a:bodyPr vert="horz" lIns="0" tIns="45720" rIns="91440" bIns="45720" rtlCol="0">
        <a:normAutofit/>
      </a:bodyPr>
      <a:lstStyle>
        <a:defPPr algn="l">
          <a:defRPr smtClean="0"/>
        </a:defPPr>
      </a:lstStyle>
    </a:txDef>
  </a:objectDefaults>
  <a:extraClrSchemeLst/>
  <a:extLst>
    <a:ext uri="{05A4C25C-085E-4340-85A3-A5531E510DB2}">
      <thm15:themeFamily xmlns:thm15="http://schemas.microsoft.com/office/thememl/2012/main" name="HU TEMPLATE 2019 NL-DEF" id="{2E75BA8F-8AA3-E54B-BCEF-98A7776F3168}" vid="{404B21A7-EC8C-FB42-A755-675E3F13E0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B2F574B-0081-5943-8310-82BB30945057}">
  <we:reference id="wa104380506" version="1.3.0.0" store="en-US" storeType="OMEX"/>
  <we:alternateReferences>
    <we:reference id="WA104380506" version="1.3.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9af9e04-324e-4a84-bdbf-3d82a3c88a81">
      <Terms xmlns="http://schemas.microsoft.com/office/infopath/2007/PartnerControls"/>
    </lcf76f155ced4ddcb4097134ff3c332f>
    <TaxCatchAll xmlns="07cf46c9-c23d-4f87-8ef4-85e378f1582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CA3D18164D97E4EAC54E4ECED4CF229" ma:contentTypeVersion="15" ma:contentTypeDescription="Een nieuw document maken." ma:contentTypeScope="" ma:versionID="50418443d6b8cbe982cf34a1ac02d625">
  <xsd:schema xmlns:xsd="http://www.w3.org/2001/XMLSchema" xmlns:xs="http://www.w3.org/2001/XMLSchema" xmlns:p="http://schemas.microsoft.com/office/2006/metadata/properties" xmlns:ns2="19af9e04-324e-4a84-bdbf-3d82a3c88a81" xmlns:ns3="07cf46c9-c23d-4f87-8ef4-85e378f15820" targetNamespace="http://schemas.microsoft.com/office/2006/metadata/properties" ma:root="true" ma:fieldsID="04b5f078e08335dad8020534ccef6b58" ns2:_="" ns3:_="">
    <xsd:import namespace="19af9e04-324e-4a84-bdbf-3d82a3c88a81"/>
    <xsd:import namespace="07cf46c9-c23d-4f87-8ef4-85e378f1582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af9e04-324e-4a84-bdbf-3d82a3c88a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9115ee84-c194-4add-8ddb-ad54b768e1e2"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7cf46c9-c23d-4f87-8ef4-85e378f15820"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6" nillable="true" ma:displayName="Taxonomy Catch All Column" ma:hidden="true" ma:list="{e5936506-3c11-4bbd-bb6a-f2192345a7f7}" ma:internalName="TaxCatchAll" ma:showField="CatchAllData" ma:web="07cf46c9-c23d-4f87-8ef4-85e378f1582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94765D-8665-45CF-9550-2AB37BB3D5A2}">
  <ds:schemaRefs>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purl.org/dc/dcmitype/"/>
    <ds:schemaRef ds:uri="http://schemas.microsoft.com/office/infopath/2007/PartnerControls"/>
    <ds:schemaRef ds:uri="07cf46c9-c23d-4f87-8ef4-85e378f15820"/>
    <ds:schemaRef ds:uri="19af9e04-324e-4a84-bdbf-3d82a3c88a81"/>
    <ds:schemaRef ds:uri="http://purl.org/dc/terms/"/>
  </ds:schemaRefs>
</ds:datastoreItem>
</file>

<file path=customXml/itemProps2.xml><?xml version="1.0" encoding="utf-8"?>
<ds:datastoreItem xmlns:ds="http://schemas.openxmlformats.org/officeDocument/2006/customXml" ds:itemID="{934A40F1-282E-44F2-89AB-A5BD6766B2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9af9e04-324e-4a84-bdbf-3d82a3c88a81"/>
    <ds:schemaRef ds:uri="07cf46c9-c23d-4f87-8ef4-85e378f158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6B0F65-5C96-4702-B251-8625F90BE4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Kantoorthema</Template>
  <TotalTime>227</TotalTime>
  <Words>769</Words>
  <Application>Microsoft Macintosh PowerPoint</Application>
  <PresentationFormat>Breedbeeld</PresentationFormat>
  <Paragraphs>264</Paragraphs>
  <Slides>39</Slides>
  <Notes>9</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39</vt:i4>
      </vt:variant>
    </vt:vector>
  </HeadingPairs>
  <TitlesOfParts>
    <vt:vector size="43" baseType="lpstr">
      <vt:lpstr>Arial</vt:lpstr>
      <vt:lpstr>Avenir</vt:lpstr>
      <vt:lpstr>Arial Black</vt:lpstr>
      <vt:lpstr>Kantoorthema</vt:lpstr>
      <vt:lpstr>Portflow </vt:lpstr>
      <vt:lpstr>Inhoud</vt:lpstr>
      <vt:lpstr>Blok aanmaken</vt:lpstr>
      <vt:lpstr>Portflow</vt:lpstr>
      <vt:lpstr>Template importeren</vt:lpstr>
      <vt:lpstr>Delen gehele portfolio -&gt; docenten</vt:lpstr>
      <vt:lpstr>Delen Collectie -&gt; studenten</vt:lpstr>
      <vt:lpstr>Activiteit &amp; bewijzen</vt:lpstr>
      <vt:lpstr>Nieuwe activiteit</vt:lpstr>
      <vt:lpstr>Bewijs toevoegen</vt:lpstr>
      <vt:lpstr>Stories toevoegen aan bewijs</vt:lpstr>
      <vt:lpstr>KC &amp; AC toevoegen aan bewijs(versie)</vt:lpstr>
      <vt:lpstr>Nieuwe versie bewijs</vt:lpstr>
      <vt:lpstr>Feedback vragen &amp; geven</vt:lpstr>
      <vt:lpstr>Feedback vragen</vt:lpstr>
      <vt:lpstr>Feedback geven</vt:lpstr>
      <vt:lpstr>Feedback ad-hoc</vt:lpstr>
      <vt:lpstr>Waarneming -&gt; collectie opmerking!</vt:lpstr>
      <vt:lpstr>Ontwikkelgesprekken</vt:lpstr>
      <vt:lpstr>Ontwikkelgesprek -&gt; collectie opmerking!</vt:lpstr>
      <vt:lpstr>Evaluatie vragen</vt:lpstr>
      <vt:lpstr>Evaluatie (1)</vt:lpstr>
      <vt:lpstr>Evaluatie (2)</vt:lpstr>
      <vt:lpstr>Evaluatie (3)</vt:lpstr>
      <vt:lpstr>Evaluatie (4-5)</vt:lpstr>
      <vt:lpstr>Evaluatie geven (krijgen)</vt:lpstr>
      <vt:lpstr>Coach geeft evaluatie</vt:lpstr>
      <vt:lpstr>Evaluatie inzien</vt:lpstr>
      <vt:lpstr>Resultaten en assessment</vt:lpstr>
      <vt:lpstr>Resultaten inzien</vt:lpstr>
      <vt:lpstr>Assessment</vt:lpstr>
      <vt:lpstr>Snapshot (1)</vt:lpstr>
      <vt:lpstr>Snapshot (2)</vt:lpstr>
      <vt:lpstr>Snapshot (3)</vt:lpstr>
      <vt:lpstr>Snapshot (4)</vt:lpstr>
      <vt:lpstr>Snapshot (5)</vt:lpstr>
      <vt:lpstr>Archief</vt:lpstr>
      <vt:lpstr>Rubric</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Jan van Rouwendal</dc:creator>
  <cp:keywords/>
  <dc:description/>
  <cp:lastModifiedBy>Jan van Rouwendal</cp:lastModifiedBy>
  <cp:revision>11</cp:revision>
  <dcterms:created xsi:type="dcterms:W3CDTF">2025-05-04T08:19:56Z</dcterms:created>
  <dcterms:modified xsi:type="dcterms:W3CDTF">2025-08-26T10:57:34Z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0x010100ACA3D18164D97E4EAC54E4ECED4CF229</vt:lpwstr>
  </property>
  <property fmtid="{D5CDD505-2E9C-101B-9397-08002B2CF9AE}" pid="3" name="MediaServiceImageTags">
    <vt:lpwstr/>
  </property>
</Properties>
</file>